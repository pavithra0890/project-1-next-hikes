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</p:sldMasterIdLst>
  <p:notesMasterIdLst>
    <p:notesMasterId r:id="rId11"/>
  </p:notesMasterIdLst>
  <p:sldIdLst>
    <p:sldId id="265" r:id="rId3"/>
    <p:sldId id="256" r:id="rId4"/>
    <p:sldId id="264" r:id="rId5"/>
    <p:sldId id="258" r:id="rId6"/>
    <p:sldId id="261" r:id="rId7"/>
    <p:sldId id="262" r:id="rId8"/>
    <p:sldId id="263" r:id="rId9"/>
    <p:sldId id="2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C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3e9351f10803ecb/master%20file%20new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3e9351f10803ecb/master%20file%20new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3e9351f10803ecb/master%20file%20new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3e9351f10803ecb/master%20file%20new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086047670650747E-2"/>
          <c:y val="0.15551075623018068"/>
          <c:w val="0.90791383374285661"/>
          <c:h val="0.6222285907537705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riders</c:v>
                </c:pt>
              </c:strCache>
            </c:strRef>
          </c:tx>
          <c:spPr>
            <a:solidFill>
              <a:srgbClr val="23B49A"/>
            </a:solidFill>
            <a:ln>
              <a:solidFill>
                <a:srgbClr val="23B49A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93046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Mist</c:v>
                </c:pt>
                <c:pt idx="2">
                  <c:v>Rain</c:v>
                </c:pt>
                <c:pt idx="3">
                  <c:v>Storm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37373</c:v>
                </c:pt>
                <c:pt idx="1">
                  <c:v>18106</c:v>
                </c:pt>
                <c:pt idx="2">
                  <c:v>2789</c:v>
                </c:pt>
                <c:pt idx="3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3B49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C94-4241-9518-931E7EA2ED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EE6EB"/>
            </a:solidFill>
          </a:ln>
        </c:spPr>
        <c:txPr>
          <a:bodyPr/>
          <a:lstStyle/>
          <a:p>
            <a:pPr>
              <a:defRPr sz="1000">
                <a:solidFill>
                  <a:srgbClr val="193046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0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 file new.xlsx]pivot!PivotTable14</c:name>
    <c:fmtId val="17"/>
  </c:pivotSource>
  <c:chart>
    <c:autoTitleDeleted val="1"/>
    <c:pivotFmts>
      <c:pivotFmt>
        <c:idx val="0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</c:pivotFmt>
      <c:pivotFmt>
        <c:idx val="2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4.6168051708217916E-2"/>
          <c:y val="9.8934550989345504E-2"/>
          <c:w val="0.91535857186826719"/>
          <c:h val="0.832572298325722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pivot!$U$17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53-4EDA-9417-94F0547E34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pivot!$T$18:$T$23</c:f>
              <c:strCache>
                <c:ptCount val="5"/>
                <c:pt idx="0">
                  <c:v>2-12</c:v>
                </c:pt>
                <c:pt idx="1">
                  <c:v>12-22</c:v>
                </c:pt>
                <c:pt idx="2">
                  <c:v>22-32</c:v>
                </c:pt>
                <c:pt idx="3">
                  <c:v>32-42</c:v>
                </c:pt>
                <c:pt idx="4">
                  <c:v>42-52</c:v>
                </c:pt>
              </c:strCache>
            </c:strRef>
          </c:cat>
          <c:val>
            <c:numRef>
              <c:f>pivot!$U$18:$U$23</c:f>
              <c:numCache>
                <c:formatCode>0.00%</c:formatCode>
                <c:ptCount val="5"/>
                <c:pt idx="0">
                  <c:v>4.7663968166849618E-2</c:v>
                </c:pt>
                <c:pt idx="1">
                  <c:v>0.43587060922063664</c:v>
                </c:pt>
                <c:pt idx="2">
                  <c:v>0.37463981888035125</c:v>
                </c:pt>
                <c:pt idx="3">
                  <c:v>0.1250514544456641</c:v>
                </c:pt>
                <c:pt idx="4">
                  <c:v>1.6774149286498355E-2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53-4EDA-9417-94F0547E3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68037536"/>
        <c:axId val="768037896"/>
      </c:barChart>
      <c:catAx>
        <c:axId val="7680375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8037896"/>
        <c:crosses val="autoZero"/>
        <c:auto val="1"/>
        <c:lblAlgn val="ctr"/>
        <c:lblOffset val="100"/>
        <c:noMultiLvlLbl val="0"/>
      </c:catAx>
      <c:valAx>
        <c:axId val="768037896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7680375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1507233741111"/>
          <c:y val="0.21134259259259258"/>
          <c:w val="0.81035632872880514"/>
          <c:h val="0.68125801983085443"/>
        </c:manualLayout>
      </c:layout>
      <c:scatterChart>
        <c:scatterStyle val="lineMarker"/>
        <c:varyColors val="0"/>
        <c:ser>
          <c:idx val="0"/>
          <c:order val="0"/>
          <c:tx>
            <c:strRef>
              <c:f>pivot!$AC$2:$AC$3</c:f>
              <c:strCache>
                <c:ptCount val="2"/>
                <c:pt idx="0">
                  <c:v>Chart data</c:v>
                </c:pt>
                <c:pt idx="1">
                  <c:v>Count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3"/>
            <c:spPr>
              <a:noFill/>
              <a:ln w="6350">
                <a:solidFill>
                  <a:schemeClr val="accent5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pivot!$AB$4:$AB$1003</c:f>
              <c:numCache>
                <c:formatCode>0%</c:formatCode>
                <c:ptCount val="1000"/>
                <c:pt idx="0">
                  <c:v>0.81</c:v>
                </c:pt>
                <c:pt idx="1">
                  <c:v>0.8</c:v>
                </c:pt>
                <c:pt idx="2">
                  <c:v>0.8</c:v>
                </c:pt>
                <c:pt idx="3">
                  <c:v>0.75</c:v>
                </c:pt>
                <c:pt idx="4">
                  <c:v>0.75</c:v>
                </c:pt>
                <c:pt idx="5">
                  <c:v>0.75</c:v>
                </c:pt>
                <c:pt idx="6">
                  <c:v>0.8</c:v>
                </c:pt>
                <c:pt idx="7">
                  <c:v>0.86</c:v>
                </c:pt>
                <c:pt idx="8">
                  <c:v>0.75</c:v>
                </c:pt>
                <c:pt idx="9">
                  <c:v>0.76</c:v>
                </c:pt>
                <c:pt idx="10">
                  <c:v>0.76</c:v>
                </c:pt>
                <c:pt idx="11">
                  <c:v>0.81</c:v>
                </c:pt>
                <c:pt idx="12">
                  <c:v>0.77</c:v>
                </c:pt>
                <c:pt idx="13">
                  <c:v>0.72</c:v>
                </c:pt>
                <c:pt idx="14">
                  <c:v>0.72</c:v>
                </c:pt>
                <c:pt idx="15">
                  <c:v>0.77</c:v>
                </c:pt>
                <c:pt idx="16">
                  <c:v>0.82</c:v>
                </c:pt>
                <c:pt idx="17">
                  <c:v>0.82</c:v>
                </c:pt>
                <c:pt idx="18">
                  <c:v>0.88</c:v>
                </c:pt>
                <c:pt idx="19">
                  <c:v>0.88</c:v>
                </c:pt>
                <c:pt idx="20">
                  <c:v>0.87</c:v>
                </c:pt>
                <c:pt idx="21">
                  <c:v>0.87</c:v>
                </c:pt>
                <c:pt idx="22">
                  <c:v>0.94</c:v>
                </c:pt>
                <c:pt idx="23">
                  <c:v>0.88</c:v>
                </c:pt>
                <c:pt idx="24">
                  <c:v>0.88</c:v>
                </c:pt>
                <c:pt idx="25">
                  <c:v>0.94</c:v>
                </c:pt>
                <c:pt idx="26">
                  <c:v>1</c:v>
                </c:pt>
                <c:pt idx="27">
                  <c:v>0.94</c:v>
                </c:pt>
                <c:pt idx="28">
                  <c:v>0.94</c:v>
                </c:pt>
                <c:pt idx="29">
                  <c:v>0.77</c:v>
                </c:pt>
                <c:pt idx="30">
                  <c:v>0.76</c:v>
                </c:pt>
                <c:pt idx="31">
                  <c:v>0.71</c:v>
                </c:pt>
                <c:pt idx="32">
                  <c:v>0.76</c:v>
                </c:pt>
                <c:pt idx="33">
                  <c:v>0.81</c:v>
                </c:pt>
                <c:pt idx="34">
                  <c:v>0.71</c:v>
                </c:pt>
                <c:pt idx="35">
                  <c:v>0.66</c:v>
                </c:pt>
                <c:pt idx="36">
                  <c:v>0.66</c:v>
                </c:pt>
                <c:pt idx="37">
                  <c:v>0.76</c:v>
                </c:pt>
                <c:pt idx="38">
                  <c:v>0.81</c:v>
                </c:pt>
                <c:pt idx="39">
                  <c:v>0.71</c:v>
                </c:pt>
                <c:pt idx="40">
                  <c:v>0.56999999999999995</c:v>
                </c:pt>
                <c:pt idx="41">
                  <c:v>0.46</c:v>
                </c:pt>
                <c:pt idx="42">
                  <c:v>0.42</c:v>
                </c:pt>
                <c:pt idx="43">
                  <c:v>0.39</c:v>
                </c:pt>
                <c:pt idx="44">
                  <c:v>0.44</c:v>
                </c:pt>
                <c:pt idx="45">
                  <c:v>0.44</c:v>
                </c:pt>
                <c:pt idx="46">
                  <c:v>0.47</c:v>
                </c:pt>
                <c:pt idx="47">
                  <c:v>0.44</c:v>
                </c:pt>
                <c:pt idx="48">
                  <c:v>0.44</c:v>
                </c:pt>
                <c:pt idx="49">
                  <c:v>0.47</c:v>
                </c:pt>
                <c:pt idx="50">
                  <c:v>0.47</c:v>
                </c:pt>
                <c:pt idx="51">
                  <c:v>0.5</c:v>
                </c:pt>
                <c:pt idx="52">
                  <c:v>0.5</c:v>
                </c:pt>
                <c:pt idx="53">
                  <c:v>0.5</c:v>
                </c:pt>
                <c:pt idx="54">
                  <c:v>0.43</c:v>
                </c:pt>
                <c:pt idx="55">
                  <c:v>0.43</c:v>
                </c:pt>
                <c:pt idx="56">
                  <c:v>0.4</c:v>
                </c:pt>
                <c:pt idx="57">
                  <c:v>0.35</c:v>
                </c:pt>
                <c:pt idx="58">
                  <c:v>0.35</c:v>
                </c:pt>
                <c:pt idx="59">
                  <c:v>0.3</c:v>
                </c:pt>
                <c:pt idx="60">
                  <c:v>0.3</c:v>
                </c:pt>
                <c:pt idx="61">
                  <c:v>0.3</c:v>
                </c:pt>
                <c:pt idx="62">
                  <c:v>0.3</c:v>
                </c:pt>
                <c:pt idx="63">
                  <c:v>0.32</c:v>
                </c:pt>
                <c:pt idx="64">
                  <c:v>0.47</c:v>
                </c:pt>
                <c:pt idx="65">
                  <c:v>0.47</c:v>
                </c:pt>
                <c:pt idx="66">
                  <c:v>0.64</c:v>
                </c:pt>
                <c:pt idx="67">
                  <c:v>0.69</c:v>
                </c:pt>
                <c:pt idx="68">
                  <c:v>0.55000000000000004</c:v>
                </c:pt>
                <c:pt idx="69">
                  <c:v>0.55000000000000004</c:v>
                </c:pt>
                <c:pt idx="70">
                  <c:v>0.59</c:v>
                </c:pt>
                <c:pt idx="71">
                  <c:v>0.63</c:v>
                </c:pt>
                <c:pt idx="72">
                  <c:v>0.63</c:v>
                </c:pt>
                <c:pt idx="73">
                  <c:v>0.68</c:v>
                </c:pt>
                <c:pt idx="74">
                  <c:v>0.74</c:v>
                </c:pt>
                <c:pt idx="75">
                  <c:v>0.74</c:v>
                </c:pt>
                <c:pt idx="76">
                  <c:v>0.69</c:v>
                </c:pt>
                <c:pt idx="77">
                  <c:v>0.64</c:v>
                </c:pt>
                <c:pt idx="78">
                  <c:v>0.69</c:v>
                </c:pt>
                <c:pt idx="79">
                  <c:v>0.51</c:v>
                </c:pt>
                <c:pt idx="80">
                  <c:v>0.51</c:v>
                </c:pt>
                <c:pt idx="81">
                  <c:v>0.56000000000000005</c:v>
                </c:pt>
                <c:pt idx="82">
                  <c:v>0.52</c:v>
                </c:pt>
                <c:pt idx="83">
                  <c:v>0.52</c:v>
                </c:pt>
                <c:pt idx="84">
                  <c:v>0.49</c:v>
                </c:pt>
                <c:pt idx="85">
                  <c:v>0.48</c:v>
                </c:pt>
                <c:pt idx="86">
                  <c:v>0.48</c:v>
                </c:pt>
                <c:pt idx="87">
                  <c:v>0.48</c:v>
                </c:pt>
                <c:pt idx="88">
                  <c:v>0.48</c:v>
                </c:pt>
                <c:pt idx="89">
                  <c:v>0.64</c:v>
                </c:pt>
                <c:pt idx="90">
                  <c:v>0.64</c:v>
                </c:pt>
                <c:pt idx="91">
                  <c:v>0.69</c:v>
                </c:pt>
                <c:pt idx="92">
                  <c:v>0.64</c:v>
                </c:pt>
                <c:pt idx="93">
                  <c:v>0.74</c:v>
                </c:pt>
                <c:pt idx="94">
                  <c:v>0.74</c:v>
                </c:pt>
                <c:pt idx="95">
                  <c:v>0.48</c:v>
                </c:pt>
                <c:pt idx="96">
                  <c:v>0.47</c:v>
                </c:pt>
                <c:pt idx="97">
                  <c:v>0.47</c:v>
                </c:pt>
                <c:pt idx="98">
                  <c:v>0.43</c:v>
                </c:pt>
                <c:pt idx="99">
                  <c:v>0.4</c:v>
                </c:pt>
                <c:pt idx="100">
                  <c:v>0.37</c:v>
                </c:pt>
                <c:pt idx="101">
                  <c:v>0.37</c:v>
                </c:pt>
                <c:pt idx="102">
                  <c:v>0.33</c:v>
                </c:pt>
                <c:pt idx="103">
                  <c:v>0.33</c:v>
                </c:pt>
                <c:pt idx="104">
                  <c:v>0.3</c:v>
                </c:pt>
                <c:pt idx="105">
                  <c:v>0.28000000000000003</c:v>
                </c:pt>
                <c:pt idx="106">
                  <c:v>0.28000000000000003</c:v>
                </c:pt>
                <c:pt idx="107">
                  <c:v>0.28000000000000003</c:v>
                </c:pt>
                <c:pt idx="108">
                  <c:v>0.38</c:v>
                </c:pt>
                <c:pt idx="109">
                  <c:v>0.38</c:v>
                </c:pt>
                <c:pt idx="110">
                  <c:v>0.38</c:v>
                </c:pt>
                <c:pt idx="111">
                  <c:v>0.47</c:v>
                </c:pt>
                <c:pt idx="112">
                  <c:v>0.51</c:v>
                </c:pt>
                <c:pt idx="113">
                  <c:v>0.55000000000000004</c:v>
                </c:pt>
                <c:pt idx="114">
                  <c:v>0.47</c:v>
                </c:pt>
                <c:pt idx="115">
                  <c:v>0.55000000000000004</c:v>
                </c:pt>
                <c:pt idx="116">
                  <c:v>0.64</c:v>
                </c:pt>
                <c:pt idx="117">
                  <c:v>0.64</c:v>
                </c:pt>
                <c:pt idx="118">
                  <c:v>0.64</c:v>
                </c:pt>
                <c:pt idx="119">
                  <c:v>0.69</c:v>
                </c:pt>
                <c:pt idx="120">
                  <c:v>0.63</c:v>
                </c:pt>
                <c:pt idx="121">
                  <c:v>0.59</c:v>
                </c:pt>
                <c:pt idx="122">
                  <c:v>0.59</c:v>
                </c:pt>
                <c:pt idx="123">
                  <c:v>0.51</c:v>
                </c:pt>
                <c:pt idx="124">
                  <c:v>0.47</c:v>
                </c:pt>
                <c:pt idx="125">
                  <c:v>0.44</c:v>
                </c:pt>
                <c:pt idx="126">
                  <c:v>0.35</c:v>
                </c:pt>
                <c:pt idx="127">
                  <c:v>0.35</c:v>
                </c:pt>
                <c:pt idx="128">
                  <c:v>0.36</c:v>
                </c:pt>
                <c:pt idx="129">
                  <c:v>0.36</c:v>
                </c:pt>
                <c:pt idx="130">
                  <c:v>0.38</c:v>
                </c:pt>
                <c:pt idx="131">
                  <c:v>0.51</c:v>
                </c:pt>
                <c:pt idx="132">
                  <c:v>0.51</c:v>
                </c:pt>
                <c:pt idx="133">
                  <c:v>0.55000000000000004</c:v>
                </c:pt>
                <c:pt idx="134">
                  <c:v>0.51</c:v>
                </c:pt>
                <c:pt idx="135">
                  <c:v>0.55000000000000004</c:v>
                </c:pt>
                <c:pt idx="136">
                  <c:v>0.51</c:v>
                </c:pt>
                <c:pt idx="137">
                  <c:v>0.59</c:v>
                </c:pt>
                <c:pt idx="138">
                  <c:v>0.64</c:v>
                </c:pt>
                <c:pt idx="139">
                  <c:v>0.69</c:v>
                </c:pt>
                <c:pt idx="140">
                  <c:v>0.69</c:v>
                </c:pt>
                <c:pt idx="141">
                  <c:v>0.69</c:v>
                </c:pt>
                <c:pt idx="142">
                  <c:v>0.55000000000000004</c:v>
                </c:pt>
                <c:pt idx="143">
                  <c:v>0.69</c:v>
                </c:pt>
                <c:pt idx="144">
                  <c:v>0.69</c:v>
                </c:pt>
                <c:pt idx="145">
                  <c:v>0.51</c:v>
                </c:pt>
                <c:pt idx="146">
                  <c:v>0.47</c:v>
                </c:pt>
                <c:pt idx="147">
                  <c:v>0.37</c:v>
                </c:pt>
                <c:pt idx="148">
                  <c:v>0.4</c:v>
                </c:pt>
                <c:pt idx="149">
                  <c:v>0.37</c:v>
                </c:pt>
                <c:pt idx="150">
                  <c:v>0.37</c:v>
                </c:pt>
                <c:pt idx="151">
                  <c:v>0.4</c:v>
                </c:pt>
                <c:pt idx="152">
                  <c:v>0.37</c:v>
                </c:pt>
                <c:pt idx="153">
                  <c:v>0.37</c:v>
                </c:pt>
                <c:pt idx="154">
                  <c:v>0.37</c:v>
                </c:pt>
                <c:pt idx="155">
                  <c:v>0.4</c:v>
                </c:pt>
                <c:pt idx="156">
                  <c:v>0.55000000000000004</c:v>
                </c:pt>
                <c:pt idx="157">
                  <c:v>0.47</c:v>
                </c:pt>
                <c:pt idx="158">
                  <c:v>0.47</c:v>
                </c:pt>
                <c:pt idx="159">
                  <c:v>0.43</c:v>
                </c:pt>
                <c:pt idx="160">
                  <c:v>0.51</c:v>
                </c:pt>
                <c:pt idx="161">
                  <c:v>0.51</c:v>
                </c:pt>
                <c:pt idx="162">
                  <c:v>0.55000000000000004</c:v>
                </c:pt>
                <c:pt idx="163">
                  <c:v>0.55000000000000004</c:v>
                </c:pt>
                <c:pt idx="164">
                  <c:v>0.55000000000000004</c:v>
                </c:pt>
                <c:pt idx="165">
                  <c:v>0.55000000000000004</c:v>
                </c:pt>
                <c:pt idx="166">
                  <c:v>0.74</c:v>
                </c:pt>
                <c:pt idx="167">
                  <c:v>0.74</c:v>
                </c:pt>
                <c:pt idx="168">
                  <c:v>0.74</c:v>
                </c:pt>
                <c:pt idx="169">
                  <c:v>0.93</c:v>
                </c:pt>
                <c:pt idx="170">
                  <c:v>0.93</c:v>
                </c:pt>
                <c:pt idx="171">
                  <c:v>0.8</c:v>
                </c:pt>
                <c:pt idx="172">
                  <c:v>0.69</c:v>
                </c:pt>
                <c:pt idx="173">
                  <c:v>0.59</c:v>
                </c:pt>
                <c:pt idx="174">
                  <c:v>0.44</c:v>
                </c:pt>
                <c:pt idx="175">
                  <c:v>0.32</c:v>
                </c:pt>
                <c:pt idx="176">
                  <c:v>0.32</c:v>
                </c:pt>
                <c:pt idx="177">
                  <c:v>0.28999999999999998</c:v>
                </c:pt>
                <c:pt idx="178">
                  <c:v>0.37</c:v>
                </c:pt>
                <c:pt idx="179">
                  <c:v>0.39</c:v>
                </c:pt>
                <c:pt idx="180">
                  <c:v>0.36</c:v>
                </c:pt>
                <c:pt idx="181">
                  <c:v>0.36</c:v>
                </c:pt>
                <c:pt idx="182">
                  <c:v>0.39</c:v>
                </c:pt>
                <c:pt idx="183">
                  <c:v>0.36</c:v>
                </c:pt>
                <c:pt idx="184">
                  <c:v>0.39</c:v>
                </c:pt>
                <c:pt idx="185">
                  <c:v>0.42</c:v>
                </c:pt>
                <c:pt idx="186">
                  <c:v>0.42</c:v>
                </c:pt>
                <c:pt idx="187">
                  <c:v>0.46</c:v>
                </c:pt>
                <c:pt idx="188">
                  <c:v>0.46</c:v>
                </c:pt>
                <c:pt idx="189">
                  <c:v>0.53</c:v>
                </c:pt>
                <c:pt idx="190">
                  <c:v>0.53</c:v>
                </c:pt>
                <c:pt idx="191">
                  <c:v>0.49</c:v>
                </c:pt>
                <c:pt idx="192">
                  <c:v>0.53</c:v>
                </c:pt>
                <c:pt idx="193">
                  <c:v>0.49</c:v>
                </c:pt>
                <c:pt idx="194">
                  <c:v>0.46</c:v>
                </c:pt>
                <c:pt idx="195">
                  <c:v>0.43</c:v>
                </c:pt>
                <c:pt idx="196">
                  <c:v>0.4</c:v>
                </c:pt>
                <c:pt idx="197">
                  <c:v>0.37</c:v>
                </c:pt>
                <c:pt idx="198">
                  <c:v>0.34</c:v>
                </c:pt>
                <c:pt idx="199">
                  <c:v>0.32</c:v>
                </c:pt>
                <c:pt idx="200">
                  <c:v>0.35</c:v>
                </c:pt>
                <c:pt idx="201">
                  <c:v>0.34</c:v>
                </c:pt>
                <c:pt idx="202">
                  <c:v>0.37</c:v>
                </c:pt>
                <c:pt idx="203">
                  <c:v>0.4</c:v>
                </c:pt>
                <c:pt idx="204">
                  <c:v>0.43</c:v>
                </c:pt>
                <c:pt idx="205">
                  <c:v>0.46</c:v>
                </c:pt>
                <c:pt idx="206">
                  <c:v>0.46</c:v>
                </c:pt>
                <c:pt idx="207">
                  <c:v>0.46</c:v>
                </c:pt>
                <c:pt idx="208">
                  <c:v>0.5</c:v>
                </c:pt>
                <c:pt idx="209">
                  <c:v>0.5</c:v>
                </c:pt>
                <c:pt idx="210">
                  <c:v>0.5</c:v>
                </c:pt>
                <c:pt idx="211">
                  <c:v>0.5</c:v>
                </c:pt>
                <c:pt idx="212">
                  <c:v>0.5</c:v>
                </c:pt>
                <c:pt idx="213">
                  <c:v>0.54</c:v>
                </c:pt>
                <c:pt idx="214">
                  <c:v>0.54</c:v>
                </c:pt>
                <c:pt idx="215">
                  <c:v>0.5</c:v>
                </c:pt>
                <c:pt idx="216">
                  <c:v>0.5</c:v>
                </c:pt>
                <c:pt idx="217">
                  <c:v>0.5</c:v>
                </c:pt>
                <c:pt idx="218">
                  <c:v>0.5</c:v>
                </c:pt>
                <c:pt idx="219">
                  <c:v>0.5</c:v>
                </c:pt>
                <c:pt idx="220">
                  <c:v>0.47</c:v>
                </c:pt>
                <c:pt idx="221">
                  <c:v>0.4</c:v>
                </c:pt>
                <c:pt idx="222">
                  <c:v>0.4</c:v>
                </c:pt>
                <c:pt idx="223">
                  <c:v>0.4</c:v>
                </c:pt>
                <c:pt idx="224">
                  <c:v>0.4</c:v>
                </c:pt>
                <c:pt idx="225">
                  <c:v>0.4</c:v>
                </c:pt>
                <c:pt idx="226">
                  <c:v>0.4</c:v>
                </c:pt>
                <c:pt idx="227">
                  <c:v>0.4</c:v>
                </c:pt>
                <c:pt idx="228">
                  <c:v>0.47</c:v>
                </c:pt>
                <c:pt idx="229">
                  <c:v>0.5</c:v>
                </c:pt>
                <c:pt idx="230">
                  <c:v>0.59</c:v>
                </c:pt>
                <c:pt idx="231">
                  <c:v>0.59</c:v>
                </c:pt>
                <c:pt idx="232">
                  <c:v>0.59</c:v>
                </c:pt>
                <c:pt idx="233">
                  <c:v>0.59</c:v>
                </c:pt>
                <c:pt idx="234">
                  <c:v>0.59</c:v>
                </c:pt>
                <c:pt idx="235">
                  <c:v>0.55000000000000004</c:v>
                </c:pt>
                <c:pt idx="236">
                  <c:v>0.55000000000000004</c:v>
                </c:pt>
                <c:pt idx="237">
                  <c:v>0.55000000000000004</c:v>
                </c:pt>
                <c:pt idx="238">
                  <c:v>0.55000000000000004</c:v>
                </c:pt>
                <c:pt idx="239">
                  <c:v>0.51</c:v>
                </c:pt>
                <c:pt idx="240">
                  <c:v>0.51</c:v>
                </c:pt>
                <c:pt idx="241">
                  <c:v>0.51</c:v>
                </c:pt>
                <c:pt idx="242">
                  <c:v>0.47</c:v>
                </c:pt>
                <c:pt idx="243">
                  <c:v>0.51</c:v>
                </c:pt>
                <c:pt idx="244">
                  <c:v>0.59</c:v>
                </c:pt>
                <c:pt idx="245">
                  <c:v>0.59</c:v>
                </c:pt>
                <c:pt idx="246">
                  <c:v>0.8</c:v>
                </c:pt>
                <c:pt idx="247">
                  <c:v>0.86</c:v>
                </c:pt>
                <c:pt idx="248">
                  <c:v>0.86</c:v>
                </c:pt>
                <c:pt idx="249">
                  <c:v>0.93</c:v>
                </c:pt>
                <c:pt idx="250">
                  <c:v>0.93</c:v>
                </c:pt>
                <c:pt idx="251">
                  <c:v>0.93</c:v>
                </c:pt>
                <c:pt idx="252">
                  <c:v>0.86</c:v>
                </c:pt>
                <c:pt idx="253">
                  <c:v>0.93</c:v>
                </c:pt>
                <c:pt idx="254">
                  <c:v>0.93</c:v>
                </c:pt>
                <c:pt idx="255">
                  <c:v>0.86</c:v>
                </c:pt>
                <c:pt idx="256">
                  <c:v>0.86</c:v>
                </c:pt>
                <c:pt idx="257">
                  <c:v>0.86</c:v>
                </c:pt>
                <c:pt idx="258">
                  <c:v>0.86</c:v>
                </c:pt>
                <c:pt idx="259">
                  <c:v>0.93</c:v>
                </c:pt>
                <c:pt idx="260">
                  <c:v>0.69</c:v>
                </c:pt>
                <c:pt idx="261">
                  <c:v>0.59</c:v>
                </c:pt>
                <c:pt idx="262">
                  <c:v>0.59</c:v>
                </c:pt>
                <c:pt idx="263">
                  <c:v>0.55000000000000004</c:v>
                </c:pt>
                <c:pt idx="264">
                  <c:v>0.51</c:v>
                </c:pt>
                <c:pt idx="265">
                  <c:v>0.47</c:v>
                </c:pt>
                <c:pt idx="266">
                  <c:v>0.44</c:v>
                </c:pt>
                <c:pt idx="267">
                  <c:v>0.47</c:v>
                </c:pt>
                <c:pt idx="268">
                  <c:v>0.47</c:v>
                </c:pt>
                <c:pt idx="269">
                  <c:v>0.44</c:v>
                </c:pt>
                <c:pt idx="270">
                  <c:v>0.47</c:v>
                </c:pt>
                <c:pt idx="271">
                  <c:v>0.47</c:v>
                </c:pt>
                <c:pt idx="272">
                  <c:v>0.47</c:v>
                </c:pt>
                <c:pt idx="273">
                  <c:v>0.5</c:v>
                </c:pt>
                <c:pt idx="274">
                  <c:v>0.55000000000000004</c:v>
                </c:pt>
                <c:pt idx="275">
                  <c:v>0.55000000000000004</c:v>
                </c:pt>
                <c:pt idx="276">
                  <c:v>0.59</c:v>
                </c:pt>
                <c:pt idx="277">
                  <c:v>0.59</c:v>
                </c:pt>
                <c:pt idx="278">
                  <c:v>0.5</c:v>
                </c:pt>
                <c:pt idx="279">
                  <c:v>0.5</c:v>
                </c:pt>
                <c:pt idx="280">
                  <c:v>0.5</c:v>
                </c:pt>
                <c:pt idx="281">
                  <c:v>0.5</c:v>
                </c:pt>
                <c:pt idx="282">
                  <c:v>0.5</c:v>
                </c:pt>
                <c:pt idx="283">
                  <c:v>0.54</c:v>
                </c:pt>
                <c:pt idx="284">
                  <c:v>0.54</c:v>
                </c:pt>
                <c:pt idx="285">
                  <c:v>0.5</c:v>
                </c:pt>
                <c:pt idx="286">
                  <c:v>0.5</c:v>
                </c:pt>
                <c:pt idx="287">
                  <c:v>0.5</c:v>
                </c:pt>
                <c:pt idx="288">
                  <c:v>0.44</c:v>
                </c:pt>
                <c:pt idx="289">
                  <c:v>0.44</c:v>
                </c:pt>
                <c:pt idx="290">
                  <c:v>0.41</c:v>
                </c:pt>
                <c:pt idx="291">
                  <c:v>0.41</c:v>
                </c:pt>
                <c:pt idx="292">
                  <c:v>0.38</c:v>
                </c:pt>
                <c:pt idx="293">
                  <c:v>0.38</c:v>
                </c:pt>
                <c:pt idx="294">
                  <c:v>0.4</c:v>
                </c:pt>
                <c:pt idx="295">
                  <c:v>0.4</c:v>
                </c:pt>
                <c:pt idx="296">
                  <c:v>0.47</c:v>
                </c:pt>
                <c:pt idx="297">
                  <c:v>0.47</c:v>
                </c:pt>
                <c:pt idx="298">
                  <c:v>0.46</c:v>
                </c:pt>
                <c:pt idx="299">
                  <c:v>0.46</c:v>
                </c:pt>
                <c:pt idx="300">
                  <c:v>0.5</c:v>
                </c:pt>
                <c:pt idx="301">
                  <c:v>0.5</c:v>
                </c:pt>
                <c:pt idx="302">
                  <c:v>0.54</c:v>
                </c:pt>
                <c:pt idx="303">
                  <c:v>0.54</c:v>
                </c:pt>
                <c:pt idx="304">
                  <c:v>0.54</c:v>
                </c:pt>
                <c:pt idx="305">
                  <c:v>0.54</c:v>
                </c:pt>
                <c:pt idx="306">
                  <c:v>0.54</c:v>
                </c:pt>
                <c:pt idx="307">
                  <c:v>0.74</c:v>
                </c:pt>
                <c:pt idx="308">
                  <c:v>0.68</c:v>
                </c:pt>
                <c:pt idx="309">
                  <c:v>0.69</c:v>
                </c:pt>
                <c:pt idx="310">
                  <c:v>0.55000000000000004</c:v>
                </c:pt>
                <c:pt idx="311">
                  <c:v>0.51</c:v>
                </c:pt>
                <c:pt idx="312">
                  <c:v>0.44</c:v>
                </c:pt>
                <c:pt idx="313">
                  <c:v>0.37</c:v>
                </c:pt>
                <c:pt idx="314">
                  <c:v>0.41</c:v>
                </c:pt>
                <c:pt idx="315">
                  <c:v>0.38</c:v>
                </c:pt>
                <c:pt idx="316">
                  <c:v>0.41</c:v>
                </c:pt>
                <c:pt idx="317">
                  <c:v>0.41</c:v>
                </c:pt>
                <c:pt idx="318">
                  <c:v>0.47</c:v>
                </c:pt>
                <c:pt idx="319">
                  <c:v>0.59</c:v>
                </c:pt>
                <c:pt idx="320">
                  <c:v>0.59</c:v>
                </c:pt>
                <c:pt idx="321">
                  <c:v>0.69</c:v>
                </c:pt>
                <c:pt idx="322">
                  <c:v>0.69</c:v>
                </c:pt>
                <c:pt idx="323">
                  <c:v>0.55000000000000004</c:v>
                </c:pt>
                <c:pt idx="324">
                  <c:v>0.55000000000000004</c:v>
                </c:pt>
                <c:pt idx="325">
                  <c:v>0.59</c:v>
                </c:pt>
                <c:pt idx="326">
                  <c:v>0.59</c:v>
                </c:pt>
                <c:pt idx="327">
                  <c:v>0.59</c:v>
                </c:pt>
                <c:pt idx="328">
                  <c:v>0.59</c:v>
                </c:pt>
                <c:pt idx="329">
                  <c:v>0.59</c:v>
                </c:pt>
                <c:pt idx="330">
                  <c:v>0.63</c:v>
                </c:pt>
                <c:pt idx="331">
                  <c:v>0.63</c:v>
                </c:pt>
                <c:pt idx="332">
                  <c:v>0.63</c:v>
                </c:pt>
                <c:pt idx="333">
                  <c:v>0.64</c:v>
                </c:pt>
                <c:pt idx="334">
                  <c:v>0.59</c:v>
                </c:pt>
                <c:pt idx="335">
                  <c:v>0.55000000000000004</c:v>
                </c:pt>
                <c:pt idx="336">
                  <c:v>0.48</c:v>
                </c:pt>
                <c:pt idx="337">
                  <c:v>0.38</c:v>
                </c:pt>
                <c:pt idx="338">
                  <c:v>0.39</c:v>
                </c:pt>
                <c:pt idx="339">
                  <c:v>0.36</c:v>
                </c:pt>
                <c:pt idx="340">
                  <c:v>0.34</c:v>
                </c:pt>
                <c:pt idx="341">
                  <c:v>0.36</c:v>
                </c:pt>
                <c:pt idx="342">
                  <c:v>0.45</c:v>
                </c:pt>
                <c:pt idx="343">
                  <c:v>0.39</c:v>
                </c:pt>
                <c:pt idx="344">
                  <c:v>0.39</c:v>
                </c:pt>
                <c:pt idx="345">
                  <c:v>0.39</c:v>
                </c:pt>
                <c:pt idx="346">
                  <c:v>0.42</c:v>
                </c:pt>
                <c:pt idx="347">
                  <c:v>0.45</c:v>
                </c:pt>
                <c:pt idx="348">
                  <c:v>0.56000000000000005</c:v>
                </c:pt>
                <c:pt idx="349">
                  <c:v>0.56000000000000005</c:v>
                </c:pt>
                <c:pt idx="350">
                  <c:v>0.56000000000000005</c:v>
                </c:pt>
                <c:pt idx="351">
                  <c:v>0.69</c:v>
                </c:pt>
                <c:pt idx="352">
                  <c:v>0.56000000000000005</c:v>
                </c:pt>
                <c:pt idx="353">
                  <c:v>0.56000000000000005</c:v>
                </c:pt>
                <c:pt idx="354">
                  <c:v>0.56000000000000005</c:v>
                </c:pt>
                <c:pt idx="355">
                  <c:v>0.56000000000000005</c:v>
                </c:pt>
                <c:pt idx="356">
                  <c:v>0.55000000000000004</c:v>
                </c:pt>
                <c:pt idx="357">
                  <c:v>0.51</c:v>
                </c:pt>
                <c:pt idx="358">
                  <c:v>0.51</c:v>
                </c:pt>
                <c:pt idx="359">
                  <c:v>0.44</c:v>
                </c:pt>
                <c:pt idx="360">
                  <c:v>0.41</c:v>
                </c:pt>
                <c:pt idx="361">
                  <c:v>0.35</c:v>
                </c:pt>
                <c:pt idx="362">
                  <c:v>0.36</c:v>
                </c:pt>
                <c:pt idx="363">
                  <c:v>0.38</c:v>
                </c:pt>
                <c:pt idx="364">
                  <c:v>0.38</c:v>
                </c:pt>
                <c:pt idx="365">
                  <c:v>0.37</c:v>
                </c:pt>
                <c:pt idx="366">
                  <c:v>0.4</c:v>
                </c:pt>
                <c:pt idx="367">
                  <c:v>0.47</c:v>
                </c:pt>
                <c:pt idx="368">
                  <c:v>0.47</c:v>
                </c:pt>
                <c:pt idx="369">
                  <c:v>0.51</c:v>
                </c:pt>
                <c:pt idx="370">
                  <c:v>0.49</c:v>
                </c:pt>
                <c:pt idx="371">
                  <c:v>0.4</c:v>
                </c:pt>
                <c:pt idx="372">
                  <c:v>0.47</c:v>
                </c:pt>
                <c:pt idx="373">
                  <c:v>0.44</c:v>
                </c:pt>
                <c:pt idx="374">
                  <c:v>0.43</c:v>
                </c:pt>
                <c:pt idx="375">
                  <c:v>0.43</c:v>
                </c:pt>
                <c:pt idx="376">
                  <c:v>0.43</c:v>
                </c:pt>
                <c:pt idx="377">
                  <c:v>0.43</c:v>
                </c:pt>
                <c:pt idx="378">
                  <c:v>0.43</c:v>
                </c:pt>
                <c:pt idx="379">
                  <c:v>0.5</c:v>
                </c:pt>
                <c:pt idx="380">
                  <c:v>0.47</c:v>
                </c:pt>
                <c:pt idx="381">
                  <c:v>0.47</c:v>
                </c:pt>
                <c:pt idx="382">
                  <c:v>0.5</c:v>
                </c:pt>
                <c:pt idx="383">
                  <c:v>0.55000000000000004</c:v>
                </c:pt>
                <c:pt idx="384">
                  <c:v>0.47</c:v>
                </c:pt>
                <c:pt idx="385">
                  <c:v>0.47</c:v>
                </c:pt>
                <c:pt idx="386">
                  <c:v>0.43</c:v>
                </c:pt>
                <c:pt idx="387">
                  <c:v>0.47</c:v>
                </c:pt>
                <c:pt idx="388">
                  <c:v>0.47</c:v>
                </c:pt>
                <c:pt idx="389">
                  <c:v>0.51</c:v>
                </c:pt>
                <c:pt idx="390">
                  <c:v>0.55000000000000004</c:v>
                </c:pt>
                <c:pt idx="391">
                  <c:v>0.59</c:v>
                </c:pt>
                <c:pt idx="392">
                  <c:v>0.8</c:v>
                </c:pt>
                <c:pt idx="393">
                  <c:v>0.8</c:v>
                </c:pt>
                <c:pt idx="394">
                  <c:v>0.93</c:v>
                </c:pt>
                <c:pt idx="395">
                  <c:v>0.86</c:v>
                </c:pt>
                <c:pt idx="396">
                  <c:v>0.86</c:v>
                </c:pt>
                <c:pt idx="397">
                  <c:v>0.86</c:v>
                </c:pt>
                <c:pt idx="398">
                  <c:v>0.8</c:v>
                </c:pt>
                <c:pt idx="399">
                  <c:v>0.87</c:v>
                </c:pt>
                <c:pt idx="400">
                  <c:v>0.87</c:v>
                </c:pt>
                <c:pt idx="401">
                  <c:v>0.82</c:v>
                </c:pt>
                <c:pt idx="402">
                  <c:v>0.8</c:v>
                </c:pt>
                <c:pt idx="403">
                  <c:v>0.8</c:v>
                </c:pt>
                <c:pt idx="404">
                  <c:v>0.87</c:v>
                </c:pt>
                <c:pt idx="405">
                  <c:v>0.93</c:v>
                </c:pt>
                <c:pt idx="406">
                  <c:v>0.93</c:v>
                </c:pt>
                <c:pt idx="407">
                  <c:v>0.93</c:v>
                </c:pt>
                <c:pt idx="408">
                  <c:v>0.93</c:v>
                </c:pt>
                <c:pt idx="409">
                  <c:v>0.93</c:v>
                </c:pt>
                <c:pt idx="410">
                  <c:v>0.93</c:v>
                </c:pt>
                <c:pt idx="411">
                  <c:v>0.93</c:v>
                </c:pt>
                <c:pt idx="412">
                  <c:v>0.93</c:v>
                </c:pt>
                <c:pt idx="413">
                  <c:v>0.93</c:v>
                </c:pt>
                <c:pt idx="414">
                  <c:v>0.92</c:v>
                </c:pt>
                <c:pt idx="415">
                  <c:v>0.93</c:v>
                </c:pt>
                <c:pt idx="416">
                  <c:v>0.93</c:v>
                </c:pt>
                <c:pt idx="417">
                  <c:v>0.93</c:v>
                </c:pt>
                <c:pt idx="418">
                  <c:v>0.87</c:v>
                </c:pt>
                <c:pt idx="419">
                  <c:v>0.81</c:v>
                </c:pt>
                <c:pt idx="420">
                  <c:v>0.62</c:v>
                </c:pt>
                <c:pt idx="421">
                  <c:v>0.57999999999999996</c:v>
                </c:pt>
                <c:pt idx="422">
                  <c:v>0.54</c:v>
                </c:pt>
                <c:pt idx="423">
                  <c:v>0.57999999999999996</c:v>
                </c:pt>
                <c:pt idx="424">
                  <c:v>0.56999999999999995</c:v>
                </c:pt>
                <c:pt idx="425">
                  <c:v>0.61</c:v>
                </c:pt>
                <c:pt idx="426">
                  <c:v>0.56999999999999995</c:v>
                </c:pt>
                <c:pt idx="427">
                  <c:v>0.49</c:v>
                </c:pt>
                <c:pt idx="428">
                  <c:v>0.49</c:v>
                </c:pt>
                <c:pt idx="429">
                  <c:v>0.52</c:v>
                </c:pt>
                <c:pt idx="430">
                  <c:v>0.52</c:v>
                </c:pt>
                <c:pt idx="431">
                  <c:v>0.56000000000000005</c:v>
                </c:pt>
                <c:pt idx="432">
                  <c:v>0.56000000000000005</c:v>
                </c:pt>
                <c:pt idx="433">
                  <c:v>0.56000000000000005</c:v>
                </c:pt>
                <c:pt idx="434">
                  <c:v>0.56000000000000005</c:v>
                </c:pt>
                <c:pt idx="435">
                  <c:v>0.56000000000000005</c:v>
                </c:pt>
                <c:pt idx="436">
                  <c:v>0.6</c:v>
                </c:pt>
                <c:pt idx="437">
                  <c:v>0.6</c:v>
                </c:pt>
                <c:pt idx="438">
                  <c:v>0.55000000000000004</c:v>
                </c:pt>
                <c:pt idx="439">
                  <c:v>0.55000000000000004</c:v>
                </c:pt>
                <c:pt idx="440">
                  <c:v>0.52</c:v>
                </c:pt>
                <c:pt idx="441">
                  <c:v>0.48</c:v>
                </c:pt>
                <c:pt idx="442">
                  <c:v>0.45</c:v>
                </c:pt>
                <c:pt idx="443">
                  <c:v>0.42</c:v>
                </c:pt>
                <c:pt idx="444">
                  <c:v>0.45</c:v>
                </c:pt>
                <c:pt idx="445">
                  <c:v>0.45</c:v>
                </c:pt>
                <c:pt idx="446">
                  <c:v>0.45</c:v>
                </c:pt>
                <c:pt idx="447">
                  <c:v>0.49</c:v>
                </c:pt>
                <c:pt idx="448">
                  <c:v>0.49</c:v>
                </c:pt>
                <c:pt idx="449">
                  <c:v>0.56000000000000005</c:v>
                </c:pt>
                <c:pt idx="450">
                  <c:v>0.56000000000000005</c:v>
                </c:pt>
                <c:pt idx="451">
                  <c:v>0.6</c:v>
                </c:pt>
                <c:pt idx="452">
                  <c:v>0.6</c:v>
                </c:pt>
                <c:pt idx="453">
                  <c:v>0.65</c:v>
                </c:pt>
                <c:pt idx="454">
                  <c:v>0.65</c:v>
                </c:pt>
                <c:pt idx="455">
                  <c:v>0.7</c:v>
                </c:pt>
                <c:pt idx="456">
                  <c:v>0.7</c:v>
                </c:pt>
                <c:pt idx="457">
                  <c:v>0.75</c:v>
                </c:pt>
                <c:pt idx="458">
                  <c:v>0.8</c:v>
                </c:pt>
                <c:pt idx="459">
                  <c:v>0.87</c:v>
                </c:pt>
                <c:pt idx="460">
                  <c:v>0.6</c:v>
                </c:pt>
                <c:pt idx="461">
                  <c:v>0.55000000000000004</c:v>
                </c:pt>
                <c:pt idx="462">
                  <c:v>0.51</c:v>
                </c:pt>
                <c:pt idx="463">
                  <c:v>0.47</c:v>
                </c:pt>
                <c:pt idx="464">
                  <c:v>0.51</c:v>
                </c:pt>
                <c:pt idx="465">
                  <c:v>0.47</c:v>
                </c:pt>
                <c:pt idx="466">
                  <c:v>0.41</c:v>
                </c:pt>
                <c:pt idx="467">
                  <c:v>0.27</c:v>
                </c:pt>
                <c:pt idx="468">
                  <c:v>0.21</c:v>
                </c:pt>
                <c:pt idx="469">
                  <c:v>0.25</c:v>
                </c:pt>
                <c:pt idx="470">
                  <c:v>0.26</c:v>
                </c:pt>
                <c:pt idx="471">
                  <c:v>0.26</c:v>
                </c:pt>
                <c:pt idx="472">
                  <c:v>0.28000000000000003</c:v>
                </c:pt>
                <c:pt idx="473">
                  <c:v>0.3</c:v>
                </c:pt>
                <c:pt idx="474">
                  <c:v>0.3</c:v>
                </c:pt>
                <c:pt idx="475">
                  <c:v>0.33</c:v>
                </c:pt>
                <c:pt idx="476">
                  <c:v>0.38</c:v>
                </c:pt>
                <c:pt idx="477">
                  <c:v>0.41</c:v>
                </c:pt>
                <c:pt idx="478">
                  <c:v>0.38</c:v>
                </c:pt>
                <c:pt idx="479">
                  <c:v>0.45</c:v>
                </c:pt>
                <c:pt idx="480">
                  <c:v>0.41</c:v>
                </c:pt>
                <c:pt idx="481">
                  <c:v>0.41</c:v>
                </c:pt>
                <c:pt idx="482">
                  <c:v>0.41</c:v>
                </c:pt>
                <c:pt idx="483">
                  <c:v>0.48</c:v>
                </c:pt>
                <c:pt idx="484">
                  <c:v>0.44</c:v>
                </c:pt>
                <c:pt idx="485">
                  <c:v>0.44</c:v>
                </c:pt>
                <c:pt idx="486">
                  <c:v>0.44</c:v>
                </c:pt>
                <c:pt idx="487">
                  <c:v>0.41</c:v>
                </c:pt>
                <c:pt idx="488">
                  <c:v>0.41</c:v>
                </c:pt>
                <c:pt idx="489">
                  <c:v>0.38</c:v>
                </c:pt>
                <c:pt idx="490">
                  <c:v>0.38</c:v>
                </c:pt>
                <c:pt idx="491">
                  <c:v>0.35</c:v>
                </c:pt>
                <c:pt idx="492">
                  <c:v>0.33</c:v>
                </c:pt>
                <c:pt idx="493">
                  <c:v>0.28000000000000003</c:v>
                </c:pt>
                <c:pt idx="494">
                  <c:v>0.28000000000000003</c:v>
                </c:pt>
                <c:pt idx="495">
                  <c:v>0.28000000000000003</c:v>
                </c:pt>
                <c:pt idx="496">
                  <c:v>0.35</c:v>
                </c:pt>
                <c:pt idx="497">
                  <c:v>0.35</c:v>
                </c:pt>
                <c:pt idx="498">
                  <c:v>0.45</c:v>
                </c:pt>
                <c:pt idx="499">
                  <c:v>0.41</c:v>
                </c:pt>
                <c:pt idx="500">
                  <c:v>0.49</c:v>
                </c:pt>
                <c:pt idx="501">
                  <c:v>0.56999999999999995</c:v>
                </c:pt>
                <c:pt idx="502">
                  <c:v>0.56999999999999995</c:v>
                </c:pt>
                <c:pt idx="503">
                  <c:v>0.56999999999999995</c:v>
                </c:pt>
                <c:pt idx="504">
                  <c:v>0.62</c:v>
                </c:pt>
                <c:pt idx="505">
                  <c:v>0.62</c:v>
                </c:pt>
                <c:pt idx="506">
                  <c:v>0.56999999999999995</c:v>
                </c:pt>
                <c:pt idx="507">
                  <c:v>0.56999999999999995</c:v>
                </c:pt>
                <c:pt idx="508">
                  <c:v>0.57999999999999996</c:v>
                </c:pt>
                <c:pt idx="509">
                  <c:v>0.62</c:v>
                </c:pt>
                <c:pt idx="510">
                  <c:v>0.54</c:v>
                </c:pt>
                <c:pt idx="511">
                  <c:v>0.46</c:v>
                </c:pt>
                <c:pt idx="512">
                  <c:v>0.43</c:v>
                </c:pt>
                <c:pt idx="513">
                  <c:v>0.37</c:v>
                </c:pt>
                <c:pt idx="514">
                  <c:v>0.33</c:v>
                </c:pt>
                <c:pt idx="515">
                  <c:v>0.28000000000000003</c:v>
                </c:pt>
                <c:pt idx="516">
                  <c:v>0.28000000000000003</c:v>
                </c:pt>
                <c:pt idx="517">
                  <c:v>0.26</c:v>
                </c:pt>
                <c:pt idx="518">
                  <c:v>0.26</c:v>
                </c:pt>
                <c:pt idx="519">
                  <c:v>0.3</c:v>
                </c:pt>
                <c:pt idx="520">
                  <c:v>0.3</c:v>
                </c:pt>
                <c:pt idx="521">
                  <c:v>0.36</c:v>
                </c:pt>
                <c:pt idx="522">
                  <c:v>0.36</c:v>
                </c:pt>
                <c:pt idx="523">
                  <c:v>0.38</c:v>
                </c:pt>
                <c:pt idx="524">
                  <c:v>0.41</c:v>
                </c:pt>
                <c:pt idx="525">
                  <c:v>0.41</c:v>
                </c:pt>
                <c:pt idx="526">
                  <c:v>0.45</c:v>
                </c:pt>
                <c:pt idx="527">
                  <c:v>0.45</c:v>
                </c:pt>
                <c:pt idx="528">
                  <c:v>0.48</c:v>
                </c:pt>
                <c:pt idx="529">
                  <c:v>0.48</c:v>
                </c:pt>
                <c:pt idx="530">
                  <c:v>0.48</c:v>
                </c:pt>
                <c:pt idx="531">
                  <c:v>0.48</c:v>
                </c:pt>
                <c:pt idx="532">
                  <c:v>0.49</c:v>
                </c:pt>
                <c:pt idx="533">
                  <c:v>0.41</c:v>
                </c:pt>
                <c:pt idx="534">
                  <c:v>0.42</c:v>
                </c:pt>
                <c:pt idx="535">
                  <c:v>0.46</c:v>
                </c:pt>
                <c:pt idx="536">
                  <c:v>0.42</c:v>
                </c:pt>
                <c:pt idx="537">
                  <c:v>0.43</c:v>
                </c:pt>
                <c:pt idx="538">
                  <c:v>0.46</c:v>
                </c:pt>
                <c:pt idx="539">
                  <c:v>0.4</c:v>
                </c:pt>
                <c:pt idx="540">
                  <c:v>0.47</c:v>
                </c:pt>
                <c:pt idx="541">
                  <c:v>0.5</c:v>
                </c:pt>
                <c:pt idx="542">
                  <c:v>0.59</c:v>
                </c:pt>
                <c:pt idx="543">
                  <c:v>0.54</c:v>
                </c:pt>
                <c:pt idx="544">
                  <c:v>0.59</c:v>
                </c:pt>
                <c:pt idx="545">
                  <c:v>0.63</c:v>
                </c:pt>
                <c:pt idx="546">
                  <c:v>0.63</c:v>
                </c:pt>
                <c:pt idx="547">
                  <c:v>0.64</c:v>
                </c:pt>
                <c:pt idx="548">
                  <c:v>0.69</c:v>
                </c:pt>
                <c:pt idx="549">
                  <c:v>0.69</c:v>
                </c:pt>
                <c:pt idx="550">
                  <c:v>0.69</c:v>
                </c:pt>
                <c:pt idx="551">
                  <c:v>0.74</c:v>
                </c:pt>
                <c:pt idx="552">
                  <c:v>0.74</c:v>
                </c:pt>
                <c:pt idx="553">
                  <c:v>0.74</c:v>
                </c:pt>
                <c:pt idx="554">
                  <c:v>0.74</c:v>
                </c:pt>
                <c:pt idx="555">
                  <c:v>0.74</c:v>
                </c:pt>
                <c:pt idx="556">
                  <c:v>0.64</c:v>
                </c:pt>
                <c:pt idx="557">
                  <c:v>0.6</c:v>
                </c:pt>
                <c:pt idx="558">
                  <c:v>0.6</c:v>
                </c:pt>
                <c:pt idx="559">
                  <c:v>0.56000000000000005</c:v>
                </c:pt>
                <c:pt idx="560">
                  <c:v>0.56000000000000005</c:v>
                </c:pt>
                <c:pt idx="561">
                  <c:v>0.45</c:v>
                </c:pt>
                <c:pt idx="562">
                  <c:v>0.42</c:v>
                </c:pt>
                <c:pt idx="563">
                  <c:v>0.42</c:v>
                </c:pt>
                <c:pt idx="564">
                  <c:v>0.45</c:v>
                </c:pt>
                <c:pt idx="565">
                  <c:v>0.49</c:v>
                </c:pt>
                <c:pt idx="566">
                  <c:v>0.65</c:v>
                </c:pt>
                <c:pt idx="567">
                  <c:v>0.65</c:v>
                </c:pt>
                <c:pt idx="568">
                  <c:v>0.65</c:v>
                </c:pt>
                <c:pt idx="569">
                  <c:v>0.64</c:v>
                </c:pt>
                <c:pt idx="570">
                  <c:v>0.64</c:v>
                </c:pt>
                <c:pt idx="571">
                  <c:v>0.69</c:v>
                </c:pt>
                <c:pt idx="572">
                  <c:v>0.65</c:v>
                </c:pt>
                <c:pt idx="573">
                  <c:v>0.69</c:v>
                </c:pt>
                <c:pt idx="574">
                  <c:v>0.86</c:v>
                </c:pt>
                <c:pt idx="575">
                  <c:v>0.86</c:v>
                </c:pt>
                <c:pt idx="576">
                  <c:v>0.87</c:v>
                </c:pt>
                <c:pt idx="577">
                  <c:v>0.87</c:v>
                </c:pt>
                <c:pt idx="578">
                  <c:v>0.87</c:v>
                </c:pt>
                <c:pt idx="579">
                  <c:v>0.93</c:v>
                </c:pt>
                <c:pt idx="580">
                  <c:v>0.93</c:v>
                </c:pt>
                <c:pt idx="581">
                  <c:v>0.93</c:v>
                </c:pt>
                <c:pt idx="582">
                  <c:v>0.93</c:v>
                </c:pt>
                <c:pt idx="583">
                  <c:v>0.93</c:v>
                </c:pt>
                <c:pt idx="584">
                  <c:v>0.93</c:v>
                </c:pt>
                <c:pt idx="585">
                  <c:v>0.93</c:v>
                </c:pt>
                <c:pt idx="586">
                  <c:v>0.93</c:v>
                </c:pt>
                <c:pt idx="587">
                  <c:v>0.55000000000000004</c:v>
                </c:pt>
                <c:pt idx="588">
                  <c:v>0.55000000000000004</c:v>
                </c:pt>
                <c:pt idx="589">
                  <c:v>0.69</c:v>
                </c:pt>
                <c:pt idx="590">
                  <c:v>0.69</c:v>
                </c:pt>
                <c:pt idx="591">
                  <c:v>0.74</c:v>
                </c:pt>
                <c:pt idx="592">
                  <c:v>0.74</c:v>
                </c:pt>
                <c:pt idx="593">
                  <c:v>0.74</c:v>
                </c:pt>
                <c:pt idx="594">
                  <c:v>0.8</c:v>
                </c:pt>
                <c:pt idx="595">
                  <c:v>0.75</c:v>
                </c:pt>
                <c:pt idx="596">
                  <c:v>0.75</c:v>
                </c:pt>
                <c:pt idx="597">
                  <c:v>0.75</c:v>
                </c:pt>
                <c:pt idx="598">
                  <c:v>0.75</c:v>
                </c:pt>
                <c:pt idx="599">
                  <c:v>0.8</c:v>
                </c:pt>
                <c:pt idx="600">
                  <c:v>0.8</c:v>
                </c:pt>
                <c:pt idx="601">
                  <c:v>0.86</c:v>
                </c:pt>
                <c:pt idx="602">
                  <c:v>0.86</c:v>
                </c:pt>
                <c:pt idx="603">
                  <c:v>0.86</c:v>
                </c:pt>
                <c:pt idx="604">
                  <c:v>0.86</c:v>
                </c:pt>
                <c:pt idx="605">
                  <c:v>0.93</c:v>
                </c:pt>
                <c:pt idx="606">
                  <c:v>0.93</c:v>
                </c:pt>
                <c:pt idx="607">
                  <c:v>0.93</c:v>
                </c:pt>
                <c:pt idx="608">
                  <c:v>0.8</c:v>
                </c:pt>
                <c:pt idx="609">
                  <c:v>0.86</c:v>
                </c:pt>
                <c:pt idx="610">
                  <c:v>0.8</c:v>
                </c:pt>
                <c:pt idx="611">
                  <c:v>0.75</c:v>
                </c:pt>
                <c:pt idx="612">
                  <c:v>0.75</c:v>
                </c:pt>
                <c:pt idx="613">
                  <c:v>0.75</c:v>
                </c:pt>
                <c:pt idx="614">
                  <c:v>0.7</c:v>
                </c:pt>
                <c:pt idx="615">
                  <c:v>0.75</c:v>
                </c:pt>
                <c:pt idx="616">
                  <c:v>0.65</c:v>
                </c:pt>
                <c:pt idx="617">
                  <c:v>0.6</c:v>
                </c:pt>
                <c:pt idx="618">
                  <c:v>0.64</c:v>
                </c:pt>
                <c:pt idx="619">
                  <c:v>0.64</c:v>
                </c:pt>
                <c:pt idx="620">
                  <c:v>0.64</c:v>
                </c:pt>
                <c:pt idx="621">
                  <c:v>0.64</c:v>
                </c:pt>
                <c:pt idx="622">
                  <c:v>0.69</c:v>
                </c:pt>
                <c:pt idx="623">
                  <c:v>0.64</c:v>
                </c:pt>
                <c:pt idx="624">
                  <c:v>0.59</c:v>
                </c:pt>
                <c:pt idx="625">
                  <c:v>0.55000000000000004</c:v>
                </c:pt>
                <c:pt idx="626">
                  <c:v>0.59</c:v>
                </c:pt>
                <c:pt idx="627">
                  <c:v>0.64</c:v>
                </c:pt>
                <c:pt idx="628">
                  <c:v>0.64</c:v>
                </c:pt>
                <c:pt idx="629">
                  <c:v>0.59</c:v>
                </c:pt>
                <c:pt idx="630">
                  <c:v>0.55000000000000004</c:v>
                </c:pt>
                <c:pt idx="631">
                  <c:v>0.6</c:v>
                </c:pt>
                <c:pt idx="632">
                  <c:v>0.69</c:v>
                </c:pt>
                <c:pt idx="633">
                  <c:v>0.6</c:v>
                </c:pt>
                <c:pt idx="634">
                  <c:v>0.6</c:v>
                </c:pt>
                <c:pt idx="635">
                  <c:v>0.69</c:v>
                </c:pt>
                <c:pt idx="636">
                  <c:v>0.69</c:v>
                </c:pt>
                <c:pt idx="637">
                  <c:v>0.74</c:v>
                </c:pt>
                <c:pt idx="638">
                  <c:v>0.74</c:v>
                </c:pt>
                <c:pt idx="639">
                  <c:v>0.8</c:v>
                </c:pt>
                <c:pt idx="640">
                  <c:v>0.8</c:v>
                </c:pt>
                <c:pt idx="641">
                  <c:v>0.8</c:v>
                </c:pt>
                <c:pt idx="642">
                  <c:v>0.8</c:v>
                </c:pt>
                <c:pt idx="643">
                  <c:v>0.8</c:v>
                </c:pt>
                <c:pt idx="644">
                  <c:v>0.93</c:v>
                </c:pt>
                <c:pt idx="645">
                  <c:v>0.93</c:v>
                </c:pt>
                <c:pt idx="646">
                  <c:v>0.86</c:v>
                </c:pt>
                <c:pt idx="647">
                  <c:v>0.86</c:v>
                </c:pt>
                <c:pt idx="648">
                  <c:v>0.86</c:v>
                </c:pt>
                <c:pt idx="649">
                  <c:v>0.8</c:v>
                </c:pt>
                <c:pt idx="650">
                  <c:v>0.8</c:v>
                </c:pt>
                <c:pt idx="651">
                  <c:v>0.75</c:v>
                </c:pt>
                <c:pt idx="652">
                  <c:v>0.52</c:v>
                </c:pt>
                <c:pt idx="653">
                  <c:v>0.61</c:v>
                </c:pt>
                <c:pt idx="654">
                  <c:v>0.61</c:v>
                </c:pt>
                <c:pt idx="655">
                  <c:v>0.56000000000000005</c:v>
                </c:pt>
                <c:pt idx="656">
                  <c:v>0.56000000000000005</c:v>
                </c:pt>
                <c:pt idx="657">
                  <c:v>0.56000000000000005</c:v>
                </c:pt>
                <c:pt idx="658">
                  <c:v>0.65</c:v>
                </c:pt>
                <c:pt idx="659">
                  <c:v>0.65</c:v>
                </c:pt>
                <c:pt idx="660">
                  <c:v>0.65</c:v>
                </c:pt>
                <c:pt idx="661">
                  <c:v>0.7</c:v>
                </c:pt>
                <c:pt idx="662">
                  <c:v>0.7</c:v>
                </c:pt>
                <c:pt idx="663">
                  <c:v>0.65</c:v>
                </c:pt>
                <c:pt idx="664">
                  <c:v>0.65</c:v>
                </c:pt>
                <c:pt idx="665">
                  <c:v>0.64</c:v>
                </c:pt>
                <c:pt idx="666">
                  <c:v>0.64</c:v>
                </c:pt>
                <c:pt idx="667">
                  <c:v>0.64</c:v>
                </c:pt>
                <c:pt idx="668">
                  <c:v>0.59</c:v>
                </c:pt>
                <c:pt idx="669">
                  <c:v>0.64</c:v>
                </c:pt>
                <c:pt idx="670">
                  <c:v>0.69</c:v>
                </c:pt>
                <c:pt idx="671">
                  <c:v>0.64</c:v>
                </c:pt>
                <c:pt idx="672">
                  <c:v>0.59</c:v>
                </c:pt>
                <c:pt idx="673">
                  <c:v>0.59</c:v>
                </c:pt>
                <c:pt idx="674">
                  <c:v>0.59</c:v>
                </c:pt>
                <c:pt idx="675">
                  <c:v>0.59</c:v>
                </c:pt>
                <c:pt idx="676">
                  <c:v>0.55000000000000004</c:v>
                </c:pt>
                <c:pt idx="677">
                  <c:v>0.59</c:v>
                </c:pt>
                <c:pt idx="678">
                  <c:v>0.55000000000000004</c:v>
                </c:pt>
                <c:pt idx="679">
                  <c:v>0.59</c:v>
                </c:pt>
                <c:pt idx="680">
                  <c:v>0.56000000000000005</c:v>
                </c:pt>
                <c:pt idx="681">
                  <c:v>0.59</c:v>
                </c:pt>
                <c:pt idx="682">
                  <c:v>0.55000000000000004</c:v>
                </c:pt>
                <c:pt idx="683">
                  <c:v>0.61</c:v>
                </c:pt>
                <c:pt idx="684">
                  <c:v>0.59</c:v>
                </c:pt>
                <c:pt idx="685">
                  <c:v>0.59</c:v>
                </c:pt>
                <c:pt idx="686">
                  <c:v>0.59</c:v>
                </c:pt>
                <c:pt idx="687">
                  <c:v>0.64</c:v>
                </c:pt>
                <c:pt idx="688">
                  <c:v>0.64</c:v>
                </c:pt>
                <c:pt idx="689">
                  <c:v>0.69</c:v>
                </c:pt>
                <c:pt idx="690">
                  <c:v>0.69</c:v>
                </c:pt>
                <c:pt idx="691">
                  <c:v>0.69</c:v>
                </c:pt>
                <c:pt idx="692">
                  <c:v>0.93</c:v>
                </c:pt>
                <c:pt idx="693">
                  <c:v>0.93</c:v>
                </c:pt>
                <c:pt idx="694">
                  <c:v>0.93</c:v>
                </c:pt>
                <c:pt idx="695">
                  <c:v>0.93</c:v>
                </c:pt>
                <c:pt idx="696">
                  <c:v>0.93</c:v>
                </c:pt>
                <c:pt idx="697">
                  <c:v>0.93</c:v>
                </c:pt>
                <c:pt idx="698">
                  <c:v>0.86</c:v>
                </c:pt>
                <c:pt idx="699">
                  <c:v>0.86</c:v>
                </c:pt>
                <c:pt idx="700">
                  <c:v>0.86</c:v>
                </c:pt>
                <c:pt idx="701">
                  <c:v>0.8</c:v>
                </c:pt>
                <c:pt idx="702">
                  <c:v>0.75</c:v>
                </c:pt>
                <c:pt idx="703">
                  <c:v>0.75</c:v>
                </c:pt>
                <c:pt idx="704">
                  <c:v>0.75</c:v>
                </c:pt>
                <c:pt idx="705">
                  <c:v>0.81</c:v>
                </c:pt>
                <c:pt idx="706">
                  <c:v>0.81</c:v>
                </c:pt>
                <c:pt idx="707">
                  <c:v>0.87</c:v>
                </c:pt>
                <c:pt idx="708">
                  <c:v>0.87</c:v>
                </c:pt>
                <c:pt idx="709">
                  <c:v>0.87</c:v>
                </c:pt>
                <c:pt idx="710">
                  <c:v>0.93</c:v>
                </c:pt>
                <c:pt idx="711">
                  <c:v>0.93</c:v>
                </c:pt>
                <c:pt idx="712">
                  <c:v>0.93</c:v>
                </c:pt>
                <c:pt idx="713">
                  <c:v>0.93</c:v>
                </c:pt>
                <c:pt idx="714">
                  <c:v>0.93</c:v>
                </c:pt>
                <c:pt idx="715">
                  <c:v>0.93</c:v>
                </c:pt>
                <c:pt idx="716">
                  <c:v>0.93</c:v>
                </c:pt>
                <c:pt idx="717">
                  <c:v>0.93</c:v>
                </c:pt>
                <c:pt idx="718">
                  <c:v>0.93</c:v>
                </c:pt>
                <c:pt idx="719">
                  <c:v>0.93</c:v>
                </c:pt>
                <c:pt idx="720">
                  <c:v>0.93</c:v>
                </c:pt>
                <c:pt idx="721">
                  <c:v>1</c:v>
                </c:pt>
                <c:pt idx="722">
                  <c:v>0.93</c:v>
                </c:pt>
                <c:pt idx="723">
                  <c:v>0.93</c:v>
                </c:pt>
                <c:pt idx="724">
                  <c:v>0.93</c:v>
                </c:pt>
                <c:pt idx="725">
                  <c:v>0.82</c:v>
                </c:pt>
                <c:pt idx="726">
                  <c:v>0.76</c:v>
                </c:pt>
                <c:pt idx="727">
                  <c:v>0.71</c:v>
                </c:pt>
                <c:pt idx="728">
                  <c:v>0.53</c:v>
                </c:pt>
                <c:pt idx="729">
                  <c:v>0.42</c:v>
                </c:pt>
                <c:pt idx="730">
                  <c:v>0.45</c:v>
                </c:pt>
                <c:pt idx="731">
                  <c:v>0.48</c:v>
                </c:pt>
                <c:pt idx="732">
                  <c:v>0.47</c:v>
                </c:pt>
                <c:pt idx="733">
                  <c:v>0.44</c:v>
                </c:pt>
                <c:pt idx="734">
                  <c:v>0.44</c:v>
                </c:pt>
                <c:pt idx="735">
                  <c:v>0.4</c:v>
                </c:pt>
                <c:pt idx="736">
                  <c:v>0.44</c:v>
                </c:pt>
                <c:pt idx="737">
                  <c:v>0.43</c:v>
                </c:pt>
                <c:pt idx="738">
                  <c:v>0.43</c:v>
                </c:pt>
                <c:pt idx="739">
                  <c:v>0.5</c:v>
                </c:pt>
                <c:pt idx="740">
                  <c:v>0.43</c:v>
                </c:pt>
                <c:pt idx="741">
                  <c:v>0.5</c:v>
                </c:pt>
                <c:pt idx="742">
                  <c:v>0.5</c:v>
                </c:pt>
                <c:pt idx="743">
                  <c:v>0.47</c:v>
                </c:pt>
                <c:pt idx="744">
                  <c:v>0.43</c:v>
                </c:pt>
                <c:pt idx="745">
                  <c:v>0.43</c:v>
                </c:pt>
                <c:pt idx="746">
                  <c:v>0.4</c:v>
                </c:pt>
                <c:pt idx="747">
                  <c:v>0.4</c:v>
                </c:pt>
                <c:pt idx="748">
                  <c:v>0.37</c:v>
                </c:pt>
                <c:pt idx="749">
                  <c:v>0.37</c:v>
                </c:pt>
                <c:pt idx="750">
                  <c:v>0.37</c:v>
                </c:pt>
                <c:pt idx="751">
                  <c:v>0.4</c:v>
                </c:pt>
                <c:pt idx="752">
                  <c:v>0.4</c:v>
                </c:pt>
                <c:pt idx="753">
                  <c:v>0.4</c:v>
                </c:pt>
                <c:pt idx="754">
                  <c:v>0.47</c:v>
                </c:pt>
                <c:pt idx="755">
                  <c:v>0.55000000000000004</c:v>
                </c:pt>
                <c:pt idx="756">
                  <c:v>0.51</c:v>
                </c:pt>
                <c:pt idx="757">
                  <c:v>0.47</c:v>
                </c:pt>
                <c:pt idx="758">
                  <c:v>0.44</c:v>
                </c:pt>
                <c:pt idx="759">
                  <c:v>0.59</c:v>
                </c:pt>
                <c:pt idx="760">
                  <c:v>0.63</c:v>
                </c:pt>
                <c:pt idx="761">
                  <c:v>0.63</c:v>
                </c:pt>
                <c:pt idx="762">
                  <c:v>0.63</c:v>
                </c:pt>
                <c:pt idx="763">
                  <c:v>0.55000000000000004</c:v>
                </c:pt>
                <c:pt idx="764">
                  <c:v>0.59</c:v>
                </c:pt>
                <c:pt idx="765">
                  <c:v>0.74</c:v>
                </c:pt>
                <c:pt idx="766">
                  <c:v>0.8</c:v>
                </c:pt>
                <c:pt idx="767">
                  <c:v>0.51</c:v>
                </c:pt>
                <c:pt idx="768">
                  <c:v>0.51</c:v>
                </c:pt>
                <c:pt idx="769">
                  <c:v>0.48</c:v>
                </c:pt>
                <c:pt idx="770">
                  <c:v>0.5</c:v>
                </c:pt>
                <c:pt idx="771">
                  <c:v>0.45</c:v>
                </c:pt>
                <c:pt idx="772">
                  <c:v>0.48</c:v>
                </c:pt>
                <c:pt idx="773">
                  <c:v>0.42</c:v>
                </c:pt>
                <c:pt idx="774">
                  <c:v>0.56000000000000005</c:v>
                </c:pt>
                <c:pt idx="775">
                  <c:v>0.6</c:v>
                </c:pt>
                <c:pt idx="776">
                  <c:v>0.65</c:v>
                </c:pt>
                <c:pt idx="777">
                  <c:v>0.65</c:v>
                </c:pt>
                <c:pt idx="778">
                  <c:v>0.7</c:v>
                </c:pt>
                <c:pt idx="779">
                  <c:v>0.65</c:v>
                </c:pt>
                <c:pt idx="780">
                  <c:v>0.7</c:v>
                </c:pt>
                <c:pt idx="781">
                  <c:v>0.7</c:v>
                </c:pt>
                <c:pt idx="782">
                  <c:v>0.65</c:v>
                </c:pt>
                <c:pt idx="783">
                  <c:v>0.75</c:v>
                </c:pt>
                <c:pt idx="784">
                  <c:v>0.75</c:v>
                </c:pt>
                <c:pt idx="785">
                  <c:v>0.93</c:v>
                </c:pt>
                <c:pt idx="786">
                  <c:v>1</c:v>
                </c:pt>
                <c:pt idx="787">
                  <c:v>1</c:v>
                </c:pt>
                <c:pt idx="788">
                  <c:v>0.93</c:v>
                </c:pt>
                <c:pt idx="789">
                  <c:v>1</c:v>
                </c:pt>
                <c:pt idx="790">
                  <c:v>1</c:v>
                </c:pt>
                <c:pt idx="791">
                  <c:v>1</c:v>
                </c:pt>
                <c:pt idx="792">
                  <c:v>1</c:v>
                </c:pt>
                <c:pt idx="793">
                  <c:v>1</c:v>
                </c:pt>
                <c:pt idx="794">
                  <c:v>1</c:v>
                </c:pt>
                <c:pt idx="795">
                  <c:v>1</c:v>
                </c:pt>
                <c:pt idx="796">
                  <c:v>1</c:v>
                </c:pt>
                <c:pt idx="797">
                  <c:v>1</c:v>
                </c:pt>
                <c:pt idx="798">
                  <c:v>1</c:v>
                </c:pt>
                <c:pt idx="799">
                  <c:v>0.93</c:v>
                </c:pt>
                <c:pt idx="800">
                  <c:v>0.93</c:v>
                </c:pt>
                <c:pt idx="801">
                  <c:v>0.87</c:v>
                </c:pt>
                <c:pt idx="802">
                  <c:v>1</c:v>
                </c:pt>
                <c:pt idx="803">
                  <c:v>0.93</c:v>
                </c:pt>
                <c:pt idx="804">
                  <c:v>0.93</c:v>
                </c:pt>
                <c:pt idx="805">
                  <c:v>0.7</c:v>
                </c:pt>
                <c:pt idx="806">
                  <c:v>0.65</c:v>
                </c:pt>
                <c:pt idx="807">
                  <c:v>0.6</c:v>
                </c:pt>
                <c:pt idx="808">
                  <c:v>0.6</c:v>
                </c:pt>
                <c:pt idx="809">
                  <c:v>0.6</c:v>
                </c:pt>
                <c:pt idx="810">
                  <c:v>0.6</c:v>
                </c:pt>
                <c:pt idx="811">
                  <c:v>0.6</c:v>
                </c:pt>
                <c:pt idx="812">
                  <c:v>0.65</c:v>
                </c:pt>
                <c:pt idx="813">
                  <c:v>0.65</c:v>
                </c:pt>
                <c:pt idx="814">
                  <c:v>0.56000000000000005</c:v>
                </c:pt>
                <c:pt idx="815">
                  <c:v>0.52</c:v>
                </c:pt>
                <c:pt idx="816">
                  <c:v>0.49</c:v>
                </c:pt>
                <c:pt idx="817">
                  <c:v>0.46</c:v>
                </c:pt>
                <c:pt idx="818">
                  <c:v>0.46</c:v>
                </c:pt>
                <c:pt idx="819">
                  <c:v>0.46</c:v>
                </c:pt>
                <c:pt idx="820">
                  <c:v>0.46</c:v>
                </c:pt>
                <c:pt idx="821">
                  <c:v>0.49</c:v>
                </c:pt>
                <c:pt idx="822">
                  <c:v>0.46</c:v>
                </c:pt>
                <c:pt idx="823">
                  <c:v>0.56000000000000005</c:v>
                </c:pt>
                <c:pt idx="824">
                  <c:v>0.61</c:v>
                </c:pt>
                <c:pt idx="825">
                  <c:v>0.61</c:v>
                </c:pt>
                <c:pt idx="826">
                  <c:v>0.6</c:v>
                </c:pt>
                <c:pt idx="827">
                  <c:v>0.6</c:v>
                </c:pt>
                <c:pt idx="828">
                  <c:v>0.65</c:v>
                </c:pt>
                <c:pt idx="829">
                  <c:v>0.65</c:v>
                </c:pt>
                <c:pt idx="830">
                  <c:v>0.75</c:v>
                </c:pt>
                <c:pt idx="831">
                  <c:v>0.8</c:v>
                </c:pt>
                <c:pt idx="832">
                  <c:v>0.86</c:v>
                </c:pt>
                <c:pt idx="833">
                  <c:v>0.86</c:v>
                </c:pt>
                <c:pt idx="834">
                  <c:v>0.86</c:v>
                </c:pt>
                <c:pt idx="835">
                  <c:v>0.93</c:v>
                </c:pt>
                <c:pt idx="836">
                  <c:v>0.86</c:v>
                </c:pt>
                <c:pt idx="837">
                  <c:v>1</c:v>
                </c:pt>
                <c:pt idx="838">
                  <c:v>0.8</c:v>
                </c:pt>
                <c:pt idx="839">
                  <c:v>0.75</c:v>
                </c:pt>
                <c:pt idx="840">
                  <c:v>0.65</c:v>
                </c:pt>
                <c:pt idx="841">
                  <c:v>0.62</c:v>
                </c:pt>
                <c:pt idx="842">
                  <c:v>0.56999999999999995</c:v>
                </c:pt>
                <c:pt idx="843">
                  <c:v>0.56999999999999995</c:v>
                </c:pt>
                <c:pt idx="844">
                  <c:v>0.54</c:v>
                </c:pt>
                <c:pt idx="845">
                  <c:v>0.56999999999999995</c:v>
                </c:pt>
                <c:pt idx="846">
                  <c:v>0.7</c:v>
                </c:pt>
                <c:pt idx="847">
                  <c:v>0.66</c:v>
                </c:pt>
                <c:pt idx="848">
                  <c:v>0.7</c:v>
                </c:pt>
                <c:pt idx="849">
                  <c:v>0.7</c:v>
                </c:pt>
                <c:pt idx="850">
                  <c:v>0.7</c:v>
                </c:pt>
                <c:pt idx="851">
                  <c:v>0.81</c:v>
                </c:pt>
                <c:pt idx="852">
                  <c:v>0.81</c:v>
                </c:pt>
                <c:pt idx="853">
                  <c:v>0.87</c:v>
                </c:pt>
                <c:pt idx="854">
                  <c:v>0.87</c:v>
                </c:pt>
                <c:pt idx="855">
                  <c:v>0.93</c:v>
                </c:pt>
                <c:pt idx="856">
                  <c:v>0.93</c:v>
                </c:pt>
                <c:pt idx="857">
                  <c:v>0.93</c:v>
                </c:pt>
                <c:pt idx="858">
                  <c:v>0.81</c:v>
                </c:pt>
                <c:pt idx="859">
                  <c:v>0.7</c:v>
                </c:pt>
                <c:pt idx="860">
                  <c:v>0.65</c:v>
                </c:pt>
                <c:pt idx="861">
                  <c:v>0.56000000000000005</c:v>
                </c:pt>
                <c:pt idx="862">
                  <c:v>0.52</c:v>
                </c:pt>
                <c:pt idx="863">
                  <c:v>0.47</c:v>
                </c:pt>
                <c:pt idx="864">
                  <c:v>0.47</c:v>
                </c:pt>
                <c:pt idx="865">
                  <c:v>0.38</c:v>
                </c:pt>
                <c:pt idx="866">
                  <c:v>0.32</c:v>
                </c:pt>
                <c:pt idx="867">
                  <c:v>0.37</c:v>
                </c:pt>
                <c:pt idx="868">
                  <c:v>0.35</c:v>
                </c:pt>
                <c:pt idx="869">
                  <c:v>0.35</c:v>
                </c:pt>
                <c:pt idx="870">
                  <c:v>0.32</c:v>
                </c:pt>
                <c:pt idx="871">
                  <c:v>0.32</c:v>
                </c:pt>
                <c:pt idx="872">
                  <c:v>0.4</c:v>
                </c:pt>
                <c:pt idx="873">
                  <c:v>0.4</c:v>
                </c:pt>
                <c:pt idx="874">
                  <c:v>0.33</c:v>
                </c:pt>
                <c:pt idx="875">
                  <c:v>0.33</c:v>
                </c:pt>
                <c:pt idx="876">
                  <c:v>0.33</c:v>
                </c:pt>
                <c:pt idx="877">
                  <c:v>0.36</c:v>
                </c:pt>
                <c:pt idx="878">
                  <c:v>0.36</c:v>
                </c:pt>
                <c:pt idx="879">
                  <c:v>0.38</c:v>
                </c:pt>
                <c:pt idx="880">
                  <c:v>0.45</c:v>
                </c:pt>
                <c:pt idx="881">
                  <c:v>0.45</c:v>
                </c:pt>
                <c:pt idx="882">
                  <c:v>0.45</c:v>
                </c:pt>
                <c:pt idx="883">
                  <c:v>0.49</c:v>
                </c:pt>
                <c:pt idx="884">
                  <c:v>0.42</c:v>
                </c:pt>
                <c:pt idx="885">
                  <c:v>0.39</c:v>
                </c:pt>
                <c:pt idx="886">
                  <c:v>0.36</c:v>
                </c:pt>
                <c:pt idx="887">
                  <c:v>0.43</c:v>
                </c:pt>
                <c:pt idx="888">
                  <c:v>0.4</c:v>
                </c:pt>
                <c:pt idx="889">
                  <c:v>0.4</c:v>
                </c:pt>
                <c:pt idx="890">
                  <c:v>0.34</c:v>
                </c:pt>
                <c:pt idx="891">
                  <c:v>0.34</c:v>
                </c:pt>
                <c:pt idx="892">
                  <c:v>0.37</c:v>
                </c:pt>
                <c:pt idx="893">
                  <c:v>0.34</c:v>
                </c:pt>
                <c:pt idx="894">
                  <c:v>0.47</c:v>
                </c:pt>
                <c:pt idx="895">
                  <c:v>0.86</c:v>
                </c:pt>
                <c:pt idx="896">
                  <c:v>0.86</c:v>
                </c:pt>
                <c:pt idx="897">
                  <c:v>0.86</c:v>
                </c:pt>
                <c:pt idx="898">
                  <c:v>0.8</c:v>
                </c:pt>
                <c:pt idx="899">
                  <c:v>0.8</c:v>
                </c:pt>
                <c:pt idx="900">
                  <c:v>0.86</c:v>
                </c:pt>
                <c:pt idx="901">
                  <c:v>0.8</c:v>
                </c:pt>
                <c:pt idx="902">
                  <c:v>0.8</c:v>
                </c:pt>
                <c:pt idx="903">
                  <c:v>0.59</c:v>
                </c:pt>
                <c:pt idx="904">
                  <c:v>0.5</c:v>
                </c:pt>
                <c:pt idx="905">
                  <c:v>0.54</c:v>
                </c:pt>
                <c:pt idx="906">
                  <c:v>0.5</c:v>
                </c:pt>
                <c:pt idx="907">
                  <c:v>0.49</c:v>
                </c:pt>
                <c:pt idx="908">
                  <c:v>0.42</c:v>
                </c:pt>
                <c:pt idx="909">
                  <c:v>0.42</c:v>
                </c:pt>
                <c:pt idx="910">
                  <c:v>0.39</c:v>
                </c:pt>
                <c:pt idx="911">
                  <c:v>0.34</c:v>
                </c:pt>
                <c:pt idx="912">
                  <c:v>0.28999999999999998</c:v>
                </c:pt>
                <c:pt idx="913">
                  <c:v>0.27</c:v>
                </c:pt>
                <c:pt idx="914">
                  <c:v>0.25</c:v>
                </c:pt>
                <c:pt idx="915">
                  <c:v>0.27</c:v>
                </c:pt>
                <c:pt idx="916">
                  <c:v>0.26</c:v>
                </c:pt>
                <c:pt idx="917">
                  <c:v>0.28000000000000003</c:v>
                </c:pt>
                <c:pt idx="918">
                  <c:v>0.28000000000000003</c:v>
                </c:pt>
                <c:pt idx="919">
                  <c:v>0.31</c:v>
                </c:pt>
                <c:pt idx="920">
                  <c:v>0.39</c:v>
                </c:pt>
                <c:pt idx="921">
                  <c:v>0.39</c:v>
                </c:pt>
                <c:pt idx="922">
                  <c:v>0.42</c:v>
                </c:pt>
                <c:pt idx="923">
                  <c:v>0.49</c:v>
                </c:pt>
                <c:pt idx="924">
                  <c:v>0.54</c:v>
                </c:pt>
                <c:pt idx="925">
                  <c:v>0.54</c:v>
                </c:pt>
                <c:pt idx="926">
                  <c:v>0.63</c:v>
                </c:pt>
                <c:pt idx="927">
                  <c:v>0.68</c:v>
                </c:pt>
                <c:pt idx="928">
                  <c:v>0.73</c:v>
                </c:pt>
                <c:pt idx="929">
                  <c:v>0.74</c:v>
                </c:pt>
                <c:pt idx="930">
                  <c:v>0.74</c:v>
                </c:pt>
                <c:pt idx="931">
                  <c:v>0.69</c:v>
                </c:pt>
                <c:pt idx="932">
                  <c:v>0.47</c:v>
                </c:pt>
                <c:pt idx="933">
                  <c:v>0.47</c:v>
                </c:pt>
                <c:pt idx="934">
                  <c:v>0.35</c:v>
                </c:pt>
                <c:pt idx="935">
                  <c:v>0.26</c:v>
                </c:pt>
                <c:pt idx="936">
                  <c:v>0.21</c:v>
                </c:pt>
                <c:pt idx="937">
                  <c:v>0.28000000000000003</c:v>
                </c:pt>
                <c:pt idx="938">
                  <c:v>0.24</c:v>
                </c:pt>
                <c:pt idx="939">
                  <c:v>0.28000000000000003</c:v>
                </c:pt>
                <c:pt idx="940">
                  <c:v>0.33</c:v>
                </c:pt>
                <c:pt idx="941">
                  <c:v>0.55000000000000004</c:v>
                </c:pt>
                <c:pt idx="942">
                  <c:v>0.59</c:v>
                </c:pt>
                <c:pt idx="943">
                  <c:v>0.64</c:v>
                </c:pt>
                <c:pt idx="944">
                  <c:v>0.69</c:v>
                </c:pt>
                <c:pt idx="945">
                  <c:v>0.69</c:v>
                </c:pt>
                <c:pt idx="946">
                  <c:v>0.86</c:v>
                </c:pt>
                <c:pt idx="947">
                  <c:v>0.8</c:v>
                </c:pt>
                <c:pt idx="948">
                  <c:v>0.8</c:v>
                </c:pt>
                <c:pt idx="949">
                  <c:v>0.74</c:v>
                </c:pt>
                <c:pt idx="950">
                  <c:v>0.74</c:v>
                </c:pt>
                <c:pt idx="951">
                  <c:v>0.93</c:v>
                </c:pt>
                <c:pt idx="952">
                  <c:v>0.8</c:v>
                </c:pt>
                <c:pt idx="953">
                  <c:v>0.86</c:v>
                </c:pt>
                <c:pt idx="954">
                  <c:v>0.64</c:v>
                </c:pt>
                <c:pt idx="955">
                  <c:v>0.41</c:v>
                </c:pt>
                <c:pt idx="956">
                  <c:v>0.28000000000000003</c:v>
                </c:pt>
                <c:pt idx="957">
                  <c:v>0.39</c:v>
                </c:pt>
                <c:pt idx="958">
                  <c:v>0.39</c:v>
                </c:pt>
                <c:pt idx="959">
                  <c:v>0.31</c:v>
                </c:pt>
                <c:pt idx="960">
                  <c:v>0.28999999999999998</c:v>
                </c:pt>
                <c:pt idx="961">
                  <c:v>0.28999999999999998</c:v>
                </c:pt>
                <c:pt idx="962">
                  <c:v>0.31</c:v>
                </c:pt>
                <c:pt idx="963">
                  <c:v>0.38</c:v>
                </c:pt>
                <c:pt idx="964">
                  <c:v>0.38</c:v>
                </c:pt>
                <c:pt idx="965">
                  <c:v>0.41</c:v>
                </c:pt>
                <c:pt idx="966">
                  <c:v>0.41</c:v>
                </c:pt>
                <c:pt idx="967">
                  <c:v>0.44</c:v>
                </c:pt>
                <c:pt idx="968">
                  <c:v>0.51</c:v>
                </c:pt>
                <c:pt idx="969">
                  <c:v>0.64</c:v>
                </c:pt>
                <c:pt idx="970">
                  <c:v>0.59</c:v>
                </c:pt>
                <c:pt idx="971">
                  <c:v>0.75</c:v>
                </c:pt>
                <c:pt idx="972">
                  <c:v>0.69</c:v>
                </c:pt>
                <c:pt idx="973">
                  <c:v>0.69</c:v>
                </c:pt>
                <c:pt idx="974">
                  <c:v>0.69</c:v>
                </c:pt>
                <c:pt idx="975">
                  <c:v>0.55000000000000004</c:v>
                </c:pt>
                <c:pt idx="976">
                  <c:v>0.64</c:v>
                </c:pt>
                <c:pt idx="977">
                  <c:v>0.6</c:v>
                </c:pt>
                <c:pt idx="978">
                  <c:v>0.45</c:v>
                </c:pt>
                <c:pt idx="979">
                  <c:v>0.39</c:v>
                </c:pt>
                <c:pt idx="980">
                  <c:v>0.32</c:v>
                </c:pt>
                <c:pt idx="981">
                  <c:v>0.28999999999999998</c:v>
                </c:pt>
                <c:pt idx="982">
                  <c:v>0.3</c:v>
                </c:pt>
                <c:pt idx="983">
                  <c:v>0.3</c:v>
                </c:pt>
                <c:pt idx="984">
                  <c:v>0.28000000000000003</c:v>
                </c:pt>
                <c:pt idx="985">
                  <c:v>0.28000000000000003</c:v>
                </c:pt>
                <c:pt idx="986">
                  <c:v>0.32</c:v>
                </c:pt>
                <c:pt idx="987">
                  <c:v>0.35</c:v>
                </c:pt>
                <c:pt idx="988">
                  <c:v>0.35</c:v>
                </c:pt>
                <c:pt idx="989">
                  <c:v>0.35</c:v>
                </c:pt>
                <c:pt idx="990">
                  <c:v>0.35</c:v>
                </c:pt>
                <c:pt idx="991">
                  <c:v>0.35</c:v>
                </c:pt>
                <c:pt idx="992">
                  <c:v>0.37</c:v>
                </c:pt>
                <c:pt idx="993">
                  <c:v>0.37</c:v>
                </c:pt>
                <c:pt idx="994">
                  <c:v>0.4</c:v>
                </c:pt>
                <c:pt idx="995">
                  <c:v>0.46</c:v>
                </c:pt>
                <c:pt idx="996">
                  <c:v>0.53</c:v>
                </c:pt>
                <c:pt idx="997">
                  <c:v>0.53</c:v>
                </c:pt>
                <c:pt idx="998">
                  <c:v>0.46</c:v>
                </c:pt>
                <c:pt idx="999">
                  <c:v>0.46</c:v>
                </c:pt>
              </c:numCache>
            </c:numRef>
          </c:xVal>
          <c:yVal>
            <c:numRef>
              <c:f>pivot!$AC$4:$AC$1003</c:f>
              <c:numCache>
                <c:formatCode>0</c:formatCode>
                <c:ptCount val="1000"/>
                <c:pt idx="0">
                  <c:v>16</c:v>
                </c:pt>
                <c:pt idx="1">
                  <c:v>40</c:v>
                </c:pt>
                <c:pt idx="2">
                  <c:v>32</c:v>
                </c:pt>
                <c:pt idx="3">
                  <c:v>13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8</c:v>
                </c:pt>
                <c:pt idx="9">
                  <c:v>14</c:v>
                </c:pt>
                <c:pt idx="10">
                  <c:v>36</c:v>
                </c:pt>
                <c:pt idx="11">
                  <c:v>56</c:v>
                </c:pt>
                <c:pt idx="12">
                  <c:v>84</c:v>
                </c:pt>
                <c:pt idx="13">
                  <c:v>94</c:v>
                </c:pt>
                <c:pt idx="14">
                  <c:v>106</c:v>
                </c:pt>
                <c:pt idx="15">
                  <c:v>110</c:v>
                </c:pt>
                <c:pt idx="16">
                  <c:v>93</c:v>
                </c:pt>
                <c:pt idx="17">
                  <c:v>67</c:v>
                </c:pt>
                <c:pt idx="18">
                  <c:v>35</c:v>
                </c:pt>
                <c:pt idx="19">
                  <c:v>37</c:v>
                </c:pt>
                <c:pt idx="20">
                  <c:v>36</c:v>
                </c:pt>
                <c:pt idx="21">
                  <c:v>34</c:v>
                </c:pt>
                <c:pt idx="22">
                  <c:v>28</c:v>
                </c:pt>
                <c:pt idx="23">
                  <c:v>39</c:v>
                </c:pt>
                <c:pt idx="24">
                  <c:v>17</c:v>
                </c:pt>
                <c:pt idx="25">
                  <c:v>17</c:v>
                </c:pt>
                <c:pt idx="26">
                  <c:v>9</c:v>
                </c:pt>
                <c:pt idx="27">
                  <c:v>6</c:v>
                </c:pt>
                <c:pt idx="28">
                  <c:v>3</c:v>
                </c:pt>
                <c:pt idx="29">
                  <c:v>2</c:v>
                </c:pt>
                <c:pt idx="30">
                  <c:v>1</c:v>
                </c:pt>
                <c:pt idx="31">
                  <c:v>8</c:v>
                </c:pt>
                <c:pt idx="32">
                  <c:v>20</c:v>
                </c:pt>
                <c:pt idx="33">
                  <c:v>53</c:v>
                </c:pt>
                <c:pt idx="34">
                  <c:v>70</c:v>
                </c:pt>
                <c:pt idx="35">
                  <c:v>93</c:v>
                </c:pt>
                <c:pt idx="36">
                  <c:v>75</c:v>
                </c:pt>
                <c:pt idx="37">
                  <c:v>59</c:v>
                </c:pt>
                <c:pt idx="38">
                  <c:v>74</c:v>
                </c:pt>
                <c:pt idx="39">
                  <c:v>76</c:v>
                </c:pt>
                <c:pt idx="40">
                  <c:v>65</c:v>
                </c:pt>
                <c:pt idx="41">
                  <c:v>53</c:v>
                </c:pt>
                <c:pt idx="42">
                  <c:v>30</c:v>
                </c:pt>
                <c:pt idx="43">
                  <c:v>22</c:v>
                </c:pt>
                <c:pt idx="44">
                  <c:v>31</c:v>
                </c:pt>
                <c:pt idx="45">
                  <c:v>9</c:v>
                </c:pt>
                <c:pt idx="46">
                  <c:v>8</c:v>
                </c:pt>
                <c:pt idx="47">
                  <c:v>5</c:v>
                </c:pt>
                <c:pt idx="48">
                  <c:v>2</c:v>
                </c:pt>
                <c:pt idx="49">
                  <c:v>1</c:v>
                </c:pt>
                <c:pt idx="50">
                  <c:v>3</c:v>
                </c:pt>
                <c:pt idx="51">
                  <c:v>30</c:v>
                </c:pt>
                <c:pt idx="52">
                  <c:v>64</c:v>
                </c:pt>
                <c:pt idx="53">
                  <c:v>154</c:v>
                </c:pt>
                <c:pt idx="54">
                  <c:v>88</c:v>
                </c:pt>
                <c:pt idx="55">
                  <c:v>44</c:v>
                </c:pt>
                <c:pt idx="56">
                  <c:v>51</c:v>
                </c:pt>
                <c:pt idx="57">
                  <c:v>61</c:v>
                </c:pt>
                <c:pt idx="58">
                  <c:v>61</c:v>
                </c:pt>
                <c:pt idx="59">
                  <c:v>77</c:v>
                </c:pt>
                <c:pt idx="60">
                  <c:v>72</c:v>
                </c:pt>
                <c:pt idx="61">
                  <c:v>76</c:v>
                </c:pt>
                <c:pt idx="62">
                  <c:v>157</c:v>
                </c:pt>
                <c:pt idx="63">
                  <c:v>157</c:v>
                </c:pt>
                <c:pt idx="64">
                  <c:v>110</c:v>
                </c:pt>
                <c:pt idx="65">
                  <c:v>52</c:v>
                </c:pt>
                <c:pt idx="66">
                  <c:v>52</c:v>
                </c:pt>
                <c:pt idx="67">
                  <c:v>20</c:v>
                </c:pt>
                <c:pt idx="68">
                  <c:v>12</c:v>
                </c:pt>
                <c:pt idx="69">
                  <c:v>5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4</c:v>
                </c:pt>
                <c:pt idx="74">
                  <c:v>36</c:v>
                </c:pt>
                <c:pt idx="75">
                  <c:v>94</c:v>
                </c:pt>
                <c:pt idx="76">
                  <c:v>179</c:v>
                </c:pt>
                <c:pt idx="77">
                  <c:v>100</c:v>
                </c:pt>
                <c:pt idx="78">
                  <c:v>42</c:v>
                </c:pt>
                <c:pt idx="79">
                  <c:v>57</c:v>
                </c:pt>
                <c:pt idx="80">
                  <c:v>78</c:v>
                </c:pt>
                <c:pt idx="81">
                  <c:v>97</c:v>
                </c:pt>
                <c:pt idx="82">
                  <c:v>63</c:v>
                </c:pt>
                <c:pt idx="83">
                  <c:v>65</c:v>
                </c:pt>
                <c:pt idx="84">
                  <c:v>83</c:v>
                </c:pt>
                <c:pt idx="85">
                  <c:v>212</c:v>
                </c:pt>
                <c:pt idx="86">
                  <c:v>182</c:v>
                </c:pt>
                <c:pt idx="87">
                  <c:v>112</c:v>
                </c:pt>
                <c:pt idx="88">
                  <c:v>54</c:v>
                </c:pt>
                <c:pt idx="89">
                  <c:v>48</c:v>
                </c:pt>
                <c:pt idx="90">
                  <c:v>35</c:v>
                </c:pt>
                <c:pt idx="91">
                  <c:v>11</c:v>
                </c:pt>
                <c:pt idx="92">
                  <c:v>6</c:v>
                </c:pt>
                <c:pt idx="93">
                  <c:v>6</c:v>
                </c:pt>
                <c:pt idx="94">
                  <c:v>2</c:v>
                </c:pt>
                <c:pt idx="95">
                  <c:v>2</c:v>
                </c:pt>
                <c:pt idx="96">
                  <c:v>3</c:v>
                </c:pt>
                <c:pt idx="97">
                  <c:v>33</c:v>
                </c:pt>
                <c:pt idx="98">
                  <c:v>88</c:v>
                </c:pt>
                <c:pt idx="99">
                  <c:v>195</c:v>
                </c:pt>
                <c:pt idx="100">
                  <c:v>115</c:v>
                </c:pt>
                <c:pt idx="101">
                  <c:v>57</c:v>
                </c:pt>
                <c:pt idx="102">
                  <c:v>46</c:v>
                </c:pt>
                <c:pt idx="103">
                  <c:v>79</c:v>
                </c:pt>
                <c:pt idx="104">
                  <c:v>71</c:v>
                </c:pt>
                <c:pt idx="105">
                  <c:v>62</c:v>
                </c:pt>
                <c:pt idx="106">
                  <c:v>62</c:v>
                </c:pt>
                <c:pt idx="107">
                  <c:v>89</c:v>
                </c:pt>
                <c:pt idx="108">
                  <c:v>190</c:v>
                </c:pt>
                <c:pt idx="109">
                  <c:v>169</c:v>
                </c:pt>
                <c:pt idx="110">
                  <c:v>132</c:v>
                </c:pt>
                <c:pt idx="111">
                  <c:v>89</c:v>
                </c:pt>
                <c:pt idx="112">
                  <c:v>43</c:v>
                </c:pt>
                <c:pt idx="113">
                  <c:v>42</c:v>
                </c:pt>
                <c:pt idx="114">
                  <c:v>19</c:v>
                </c:pt>
                <c:pt idx="115">
                  <c:v>11</c:v>
                </c:pt>
                <c:pt idx="116">
                  <c:v>4</c:v>
                </c:pt>
                <c:pt idx="117">
                  <c:v>2</c:v>
                </c:pt>
                <c:pt idx="118">
                  <c:v>1</c:v>
                </c:pt>
                <c:pt idx="119">
                  <c:v>4</c:v>
                </c:pt>
                <c:pt idx="120">
                  <c:v>36</c:v>
                </c:pt>
                <c:pt idx="121">
                  <c:v>95</c:v>
                </c:pt>
                <c:pt idx="122">
                  <c:v>219</c:v>
                </c:pt>
                <c:pt idx="123">
                  <c:v>122</c:v>
                </c:pt>
                <c:pt idx="124">
                  <c:v>45</c:v>
                </c:pt>
                <c:pt idx="125">
                  <c:v>59</c:v>
                </c:pt>
                <c:pt idx="126">
                  <c:v>84</c:v>
                </c:pt>
                <c:pt idx="127">
                  <c:v>67</c:v>
                </c:pt>
                <c:pt idx="128">
                  <c:v>70</c:v>
                </c:pt>
                <c:pt idx="129">
                  <c:v>62</c:v>
                </c:pt>
                <c:pt idx="130">
                  <c:v>86</c:v>
                </c:pt>
                <c:pt idx="131">
                  <c:v>172</c:v>
                </c:pt>
                <c:pt idx="132">
                  <c:v>163</c:v>
                </c:pt>
                <c:pt idx="133">
                  <c:v>112</c:v>
                </c:pt>
                <c:pt idx="134">
                  <c:v>69</c:v>
                </c:pt>
                <c:pt idx="135">
                  <c:v>48</c:v>
                </c:pt>
                <c:pt idx="136">
                  <c:v>52</c:v>
                </c:pt>
                <c:pt idx="137">
                  <c:v>23</c:v>
                </c:pt>
                <c:pt idx="138">
                  <c:v>17</c:v>
                </c:pt>
                <c:pt idx="139">
                  <c:v>7</c:v>
                </c:pt>
                <c:pt idx="140">
                  <c:v>1</c:v>
                </c:pt>
                <c:pt idx="141">
                  <c:v>1</c:v>
                </c:pt>
                <c:pt idx="142">
                  <c:v>5</c:v>
                </c:pt>
                <c:pt idx="143">
                  <c:v>34</c:v>
                </c:pt>
                <c:pt idx="144">
                  <c:v>84</c:v>
                </c:pt>
                <c:pt idx="145">
                  <c:v>210</c:v>
                </c:pt>
                <c:pt idx="146">
                  <c:v>134</c:v>
                </c:pt>
                <c:pt idx="147">
                  <c:v>63</c:v>
                </c:pt>
                <c:pt idx="148">
                  <c:v>67</c:v>
                </c:pt>
                <c:pt idx="149">
                  <c:v>59</c:v>
                </c:pt>
                <c:pt idx="150">
                  <c:v>73</c:v>
                </c:pt>
                <c:pt idx="151">
                  <c:v>50</c:v>
                </c:pt>
                <c:pt idx="152">
                  <c:v>72</c:v>
                </c:pt>
                <c:pt idx="153">
                  <c:v>87</c:v>
                </c:pt>
                <c:pt idx="154">
                  <c:v>187</c:v>
                </c:pt>
                <c:pt idx="155">
                  <c:v>123</c:v>
                </c:pt>
                <c:pt idx="156">
                  <c:v>95</c:v>
                </c:pt>
                <c:pt idx="157">
                  <c:v>51</c:v>
                </c:pt>
                <c:pt idx="158">
                  <c:v>39</c:v>
                </c:pt>
                <c:pt idx="159">
                  <c:v>36</c:v>
                </c:pt>
                <c:pt idx="160">
                  <c:v>15</c:v>
                </c:pt>
                <c:pt idx="161">
                  <c:v>25</c:v>
                </c:pt>
                <c:pt idx="162">
                  <c:v>16</c:v>
                </c:pt>
                <c:pt idx="163">
                  <c:v>16</c:v>
                </c:pt>
                <c:pt idx="164">
                  <c:v>7</c:v>
                </c:pt>
                <c:pt idx="165">
                  <c:v>1</c:v>
                </c:pt>
                <c:pt idx="166">
                  <c:v>5</c:v>
                </c:pt>
                <c:pt idx="167">
                  <c:v>2</c:v>
                </c:pt>
                <c:pt idx="168">
                  <c:v>9</c:v>
                </c:pt>
                <c:pt idx="169">
                  <c:v>15</c:v>
                </c:pt>
                <c:pt idx="170">
                  <c:v>20</c:v>
                </c:pt>
                <c:pt idx="171">
                  <c:v>61</c:v>
                </c:pt>
                <c:pt idx="172">
                  <c:v>62</c:v>
                </c:pt>
                <c:pt idx="173">
                  <c:v>98</c:v>
                </c:pt>
                <c:pt idx="174">
                  <c:v>102</c:v>
                </c:pt>
                <c:pt idx="175">
                  <c:v>95</c:v>
                </c:pt>
                <c:pt idx="176">
                  <c:v>74</c:v>
                </c:pt>
                <c:pt idx="177">
                  <c:v>76</c:v>
                </c:pt>
                <c:pt idx="178">
                  <c:v>69</c:v>
                </c:pt>
                <c:pt idx="179">
                  <c:v>55</c:v>
                </c:pt>
                <c:pt idx="180">
                  <c:v>30</c:v>
                </c:pt>
                <c:pt idx="181">
                  <c:v>28</c:v>
                </c:pt>
                <c:pt idx="182">
                  <c:v>37</c:v>
                </c:pt>
                <c:pt idx="183">
                  <c:v>34</c:v>
                </c:pt>
                <c:pt idx="184">
                  <c:v>22</c:v>
                </c:pt>
                <c:pt idx="185">
                  <c:v>25</c:v>
                </c:pt>
                <c:pt idx="186">
                  <c:v>12</c:v>
                </c:pt>
                <c:pt idx="187">
                  <c:v>11</c:v>
                </c:pt>
                <c:pt idx="188">
                  <c:v>4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6</c:v>
                </c:pt>
                <c:pt idx="193">
                  <c:v>10</c:v>
                </c:pt>
                <c:pt idx="194">
                  <c:v>19</c:v>
                </c:pt>
                <c:pt idx="195">
                  <c:v>49</c:v>
                </c:pt>
                <c:pt idx="196">
                  <c:v>49</c:v>
                </c:pt>
                <c:pt idx="197">
                  <c:v>83</c:v>
                </c:pt>
                <c:pt idx="198">
                  <c:v>75</c:v>
                </c:pt>
                <c:pt idx="199">
                  <c:v>72</c:v>
                </c:pt>
                <c:pt idx="200">
                  <c:v>82</c:v>
                </c:pt>
                <c:pt idx="201">
                  <c:v>92</c:v>
                </c:pt>
                <c:pt idx="202">
                  <c:v>62</c:v>
                </c:pt>
                <c:pt idx="203">
                  <c:v>48</c:v>
                </c:pt>
                <c:pt idx="204">
                  <c:v>41</c:v>
                </c:pt>
                <c:pt idx="205">
                  <c:v>38</c:v>
                </c:pt>
                <c:pt idx="206">
                  <c:v>20</c:v>
                </c:pt>
                <c:pt idx="207">
                  <c:v>15</c:v>
                </c:pt>
                <c:pt idx="208">
                  <c:v>6</c:v>
                </c:pt>
                <c:pt idx="209">
                  <c:v>5</c:v>
                </c:pt>
                <c:pt idx="210">
                  <c:v>1</c:v>
                </c:pt>
                <c:pt idx="211">
                  <c:v>3</c:v>
                </c:pt>
                <c:pt idx="212">
                  <c:v>1</c:v>
                </c:pt>
                <c:pt idx="213">
                  <c:v>3</c:v>
                </c:pt>
                <c:pt idx="214">
                  <c:v>3</c:v>
                </c:pt>
                <c:pt idx="215">
                  <c:v>31</c:v>
                </c:pt>
                <c:pt idx="216">
                  <c:v>77</c:v>
                </c:pt>
                <c:pt idx="217">
                  <c:v>188</c:v>
                </c:pt>
                <c:pt idx="218">
                  <c:v>94</c:v>
                </c:pt>
                <c:pt idx="219">
                  <c:v>31</c:v>
                </c:pt>
                <c:pt idx="220">
                  <c:v>30</c:v>
                </c:pt>
                <c:pt idx="221">
                  <c:v>52</c:v>
                </c:pt>
                <c:pt idx="222">
                  <c:v>54</c:v>
                </c:pt>
                <c:pt idx="223">
                  <c:v>47</c:v>
                </c:pt>
                <c:pt idx="224">
                  <c:v>45</c:v>
                </c:pt>
                <c:pt idx="225">
                  <c:v>74</c:v>
                </c:pt>
                <c:pt idx="226">
                  <c:v>178</c:v>
                </c:pt>
                <c:pt idx="227">
                  <c:v>155</c:v>
                </c:pt>
                <c:pt idx="228">
                  <c:v>95</c:v>
                </c:pt>
                <c:pt idx="229">
                  <c:v>74</c:v>
                </c:pt>
                <c:pt idx="230">
                  <c:v>38</c:v>
                </c:pt>
                <c:pt idx="231">
                  <c:v>24</c:v>
                </c:pt>
                <c:pt idx="232">
                  <c:v>18</c:v>
                </c:pt>
                <c:pt idx="233">
                  <c:v>12</c:v>
                </c:pt>
                <c:pt idx="234">
                  <c:v>3</c:v>
                </c:pt>
                <c:pt idx="235">
                  <c:v>3</c:v>
                </c:pt>
                <c:pt idx="236">
                  <c:v>6</c:v>
                </c:pt>
                <c:pt idx="237">
                  <c:v>27</c:v>
                </c:pt>
                <c:pt idx="238">
                  <c:v>99</c:v>
                </c:pt>
                <c:pt idx="239">
                  <c:v>217</c:v>
                </c:pt>
                <c:pt idx="240">
                  <c:v>130</c:v>
                </c:pt>
                <c:pt idx="241">
                  <c:v>54</c:v>
                </c:pt>
                <c:pt idx="242">
                  <c:v>35</c:v>
                </c:pt>
                <c:pt idx="243">
                  <c:v>57</c:v>
                </c:pt>
                <c:pt idx="244">
                  <c:v>52</c:v>
                </c:pt>
                <c:pt idx="245">
                  <c:v>63</c:v>
                </c:pt>
                <c:pt idx="246">
                  <c:v>47</c:v>
                </c:pt>
                <c:pt idx="247">
                  <c:v>76</c:v>
                </c:pt>
                <c:pt idx="248">
                  <c:v>136</c:v>
                </c:pt>
                <c:pt idx="249">
                  <c:v>95</c:v>
                </c:pt>
                <c:pt idx="250">
                  <c:v>51</c:v>
                </c:pt>
                <c:pt idx="251">
                  <c:v>32</c:v>
                </c:pt>
                <c:pt idx="252">
                  <c:v>20</c:v>
                </c:pt>
                <c:pt idx="253">
                  <c:v>29</c:v>
                </c:pt>
                <c:pt idx="254">
                  <c:v>19</c:v>
                </c:pt>
                <c:pt idx="255">
                  <c:v>7</c:v>
                </c:pt>
                <c:pt idx="256">
                  <c:v>6</c:v>
                </c:pt>
                <c:pt idx="257">
                  <c:v>1</c:v>
                </c:pt>
                <c:pt idx="258">
                  <c:v>5</c:v>
                </c:pt>
                <c:pt idx="259">
                  <c:v>16</c:v>
                </c:pt>
                <c:pt idx="260">
                  <c:v>54</c:v>
                </c:pt>
                <c:pt idx="261">
                  <c:v>128</c:v>
                </c:pt>
                <c:pt idx="262">
                  <c:v>81</c:v>
                </c:pt>
                <c:pt idx="263">
                  <c:v>39</c:v>
                </c:pt>
                <c:pt idx="264">
                  <c:v>35</c:v>
                </c:pt>
                <c:pt idx="265">
                  <c:v>55</c:v>
                </c:pt>
                <c:pt idx="266">
                  <c:v>49</c:v>
                </c:pt>
                <c:pt idx="267">
                  <c:v>44</c:v>
                </c:pt>
                <c:pt idx="268">
                  <c:v>49</c:v>
                </c:pt>
                <c:pt idx="269">
                  <c:v>68</c:v>
                </c:pt>
                <c:pt idx="270">
                  <c:v>139</c:v>
                </c:pt>
                <c:pt idx="271">
                  <c:v>137</c:v>
                </c:pt>
                <c:pt idx="272">
                  <c:v>83</c:v>
                </c:pt>
                <c:pt idx="273">
                  <c:v>56</c:v>
                </c:pt>
                <c:pt idx="274">
                  <c:v>57</c:v>
                </c:pt>
                <c:pt idx="275">
                  <c:v>33</c:v>
                </c:pt>
                <c:pt idx="276">
                  <c:v>20</c:v>
                </c:pt>
                <c:pt idx="277">
                  <c:v>7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4</c:v>
                </c:pt>
                <c:pt idx="282">
                  <c:v>3</c:v>
                </c:pt>
                <c:pt idx="283">
                  <c:v>28</c:v>
                </c:pt>
                <c:pt idx="284">
                  <c:v>72</c:v>
                </c:pt>
                <c:pt idx="285">
                  <c:v>202</c:v>
                </c:pt>
                <c:pt idx="286">
                  <c:v>139</c:v>
                </c:pt>
                <c:pt idx="287">
                  <c:v>38</c:v>
                </c:pt>
                <c:pt idx="288">
                  <c:v>37</c:v>
                </c:pt>
                <c:pt idx="289">
                  <c:v>52</c:v>
                </c:pt>
                <c:pt idx="290">
                  <c:v>83</c:v>
                </c:pt>
                <c:pt idx="291">
                  <c:v>42</c:v>
                </c:pt>
                <c:pt idx="292">
                  <c:v>60</c:v>
                </c:pt>
                <c:pt idx="293">
                  <c:v>78</c:v>
                </c:pt>
                <c:pt idx="294">
                  <c:v>162</c:v>
                </c:pt>
                <c:pt idx="295">
                  <c:v>144</c:v>
                </c:pt>
                <c:pt idx="296">
                  <c:v>99</c:v>
                </c:pt>
                <c:pt idx="297">
                  <c:v>64</c:v>
                </c:pt>
                <c:pt idx="298">
                  <c:v>40</c:v>
                </c:pt>
                <c:pt idx="299">
                  <c:v>30</c:v>
                </c:pt>
                <c:pt idx="300">
                  <c:v>15</c:v>
                </c:pt>
                <c:pt idx="301">
                  <c:v>14</c:v>
                </c:pt>
                <c:pt idx="302">
                  <c:v>5</c:v>
                </c:pt>
                <c:pt idx="303">
                  <c:v>1</c:v>
                </c:pt>
                <c:pt idx="304">
                  <c:v>1</c:v>
                </c:pt>
                <c:pt idx="305">
                  <c:v>8</c:v>
                </c:pt>
                <c:pt idx="306">
                  <c:v>17</c:v>
                </c:pt>
                <c:pt idx="307">
                  <c:v>70</c:v>
                </c:pt>
                <c:pt idx="308">
                  <c:v>158</c:v>
                </c:pt>
                <c:pt idx="309">
                  <c:v>117</c:v>
                </c:pt>
                <c:pt idx="310">
                  <c:v>44</c:v>
                </c:pt>
                <c:pt idx="311">
                  <c:v>53</c:v>
                </c:pt>
                <c:pt idx="312">
                  <c:v>61</c:v>
                </c:pt>
                <c:pt idx="313">
                  <c:v>77</c:v>
                </c:pt>
                <c:pt idx="314">
                  <c:v>64</c:v>
                </c:pt>
                <c:pt idx="315">
                  <c:v>68</c:v>
                </c:pt>
                <c:pt idx="316">
                  <c:v>90</c:v>
                </c:pt>
                <c:pt idx="317">
                  <c:v>159</c:v>
                </c:pt>
                <c:pt idx="318">
                  <c:v>139</c:v>
                </c:pt>
                <c:pt idx="319">
                  <c:v>92</c:v>
                </c:pt>
                <c:pt idx="320">
                  <c:v>68</c:v>
                </c:pt>
                <c:pt idx="321">
                  <c:v>52</c:v>
                </c:pt>
                <c:pt idx="322">
                  <c:v>36</c:v>
                </c:pt>
                <c:pt idx="323">
                  <c:v>27</c:v>
                </c:pt>
                <c:pt idx="324">
                  <c:v>28</c:v>
                </c:pt>
                <c:pt idx="325">
                  <c:v>20</c:v>
                </c:pt>
                <c:pt idx="326">
                  <c:v>12</c:v>
                </c:pt>
                <c:pt idx="327">
                  <c:v>8</c:v>
                </c:pt>
                <c:pt idx="328">
                  <c:v>5</c:v>
                </c:pt>
                <c:pt idx="329">
                  <c:v>1</c:v>
                </c:pt>
                <c:pt idx="330">
                  <c:v>3</c:v>
                </c:pt>
                <c:pt idx="331">
                  <c:v>10</c:v>
                </c:pt>
                <c:pt idx="332">
                  <c:v>23</c:v>
                </c:pt>
                <c:pt idx="333">
                  <c:v>33</c:v>
                </c:pt>
                <c:pt idx="334">
                  <c:v>59</c:v>
                </c:pt>
                <c:pt idx="335">
                  <c:v>72</c:v>
                </c:pt>
                <c:pt idx="336">
                  <c:v>89</c:v>
                </c:pt>
                <c:pt idx="337">
                  <c:v>101</c:v>
                </c:pt>
                <c:pt idx="338">
                  <c:v>118</c:v>
                </c:pt>
                <c:pt idx="339">
                  <c:v>129</c:v>
                </c:pt>
                <c:pt idx="340">
                  <c:v>128</c:v>
                </c:pt>
                <c:pt idx="341">
                  <c:v>83</c:v>
                </c:pt>
                <c:pt idx="342">
                  <c:v>84</c:v>
                </c:pt>
                <c:pt idx="343">
                  <c:v>74</c:v>
                </c:pt>
                <c:pt idx="344">
                  <c:v>41</c:v>
                </c:pt>
                <c:pt idx="345">
                  <c:v>57</c:v>
                </c:pt>
                <c:pt idx="346">
                  <c:v>26</c:v>
                </c:pt>
                <c:pt idx="347">
                  <c:v>44</c:v>
                </c:pt>
                <c:pt idx="348">
                  <c:v>39</c:v>
                </c:pt>
                <c:pt idx="349">
                  <c:v>23</c:v>
                </c:pt>
                <c:pt idx="350">
                  <c:v>16</c:v>
                </c:pt>
                <c:pt idx="351">
                  <c:v>15</c:v>
                </c:pt>
                <c:pt idx="352">
                  <c:v>1</c:v>
                </c:pt>
                <c:pt idx="353">
                  <c:v>2</c:v>
                </c:pt>
                <c:pt idx="354">
                  <c:v>1</c:v>
                </c:pt>
                <c:pt idx="355">
                  <c:v>3</c:v>
                </c:pt>
                <c:pt idx="356">
                  <c:v>18</c:v>
                </c:pt>
                <c:pt idx="357">
                  <c:v>32</c:v>
                </c:pt>
                <c:pt idx="358">
                  <c:v>79</c:v>
                </c:pt>
                <c:pt idx="359">
                  <c:v>93</c:v>
                </c:pt>
                <c:pt idx="360">
                  <c:v>104</c:v>
                </c:pt>
                <c:pt idx="361">
                  <c:v>118</c:v>
                </c:pt>
                <c:pt idx="362">
                  <c:v>91</c:v>
                </c:pt>
                <c:pt idx="363">
                  <c:v>113</c:v>
                </c:pt>
                <c:pt idx="364">
                  <c:v>99</c:v>
                </c:pt>
                <c:pt idx="365">
                  <c:v>105</c:v>
                </c:pt>
                <c:pt idx="366">
                  <c:v>67</c:v>
                </c:pt>
                <c:pt idx="367">
                  <c:v>61</c:v>
                </c:pt>
                <c:pt idx="368">
                  <c:v>57</c:v>
                </c:pt>
                <c:pt idx="369">
                  <c:v>28</c:v>
                </c:pt>
                <c:pt idx="370">
                  <c:v>21</c:v>
                </c:pt>
                <c:pt idx="371">
                  <c:v>18</c:v>
                </c:pt>
                <c:pt idx="372">
                  <c:v>17</c:v>
                </c:pt>
                <c:pt idx="373">
                  <c:v>16</c:v>
                </c:pt>
                <c:pt idx="374">
                  <c:v>8</c:v>
                </c:pt>
                <c:pt idx="375">
                  <c:v>2</c:v>
                </c:pt>
                <c:pt idx="376">
                  <c:v>3</c:v>
                </c:pt>
                <c:pt idx="377">
                  <c:v>1</c:v>
                </c:pt>
                <c:pt idx="378">
                  <c:v>5</c:v>
                </c:pt>
                <c:pt idx="379">
                  <c:v>13</c:v>
                </c:pt>
                <c:pt idx="380">
                  <c:v>33</c:v>
                </c:pt>
                <c:pt idx="381">
                  <c:v>47</c:v>
                </c:pt>
                <c:pt idx="382">
                  <c:v>57</c:v>
                </c:pt>
                <c:pt idx="383">
                  <c:v>64</c:v>
                </c:pt>
                <c:pt idx="384">
                  <c:v>80</c:v>
                </c:pt>
                <c:pt idx="385">
                  <c:v>93</c:v>
                </c:pt>
                <c:pt idx="386">
                  <c:v>86</c:v>
                </c:pt>
                <c:pt idx="387">
                  <c:v>93</c:v>
                </c:pt>
                <c:pt idx="388">
                  <c:v>82</c:v>
                </c:pt>
                <c:pt idx="389">
                  <c:v>71</c:v>
                </c:pt>
                <c:pt idx="390">
                  <c:v>92</c:v>
                </c:pt>
                <c:pt idx="391">
                  <c:v>60</c:v>
                </c:pt>
                <c:pt idx="392">
                  <c:v>33</c:v>
                </c:pt>
                <c:pt idx="393">
                  <c:v>27</c:v>
                </c:pt>
                <c:pt idx="394">
                  <c:v>13</c:v>
                </c:pt>
                <c:pt idx="395">
                  <c:v>4</c:v>
                </c:pt>
                <c:pt idx="396">
                  <c:v>3</c:v>
                </c:pt>
                <c:pt idx="397">
                  <c:v>22</c:v>
                </c:pt>
                <c:pt idx="398">
                  <c:v>28</c:v>
                </c:pt>
                <c:pt idx="399">
                  <c:v>35</c:v>
                </c:pt>
                <c:pt idx="400">
                  <c:v>61</c:v>
                </c:pt>
                <c:pt idx="401">
                  <c:v>125</c:v>
                </c:pt>
                <c:pt idx="402">
                  <c:v>133</c:v>
                </c:pt>
                <c:pt idx="403">
                  <c:v>99</c:v>
                </c:pt>
                <c:pt idx="404">
                  <c:v>83</c:v>
                </c:pt>
                <c:pt idx="405">
                  <c:v>41</c:v>
                </c:pt>
                <c:pt idx="406">
                  <c:v>33</c:v>
                </c:pt>
                <c:pt idx="407">
                  <c:v>20</c:v>
                </c:pt>
                <c:pt idx="408">
                  <c:v>3</c:v>
                </c:pt>
                <c:pt idx="409">
                  <c:v>7</c:v>
                </c:pt>
                <c:pt idx="410">
                  <c:v>3</c:v>
                </c:pt>
                <c:pt idx="411">
                  <c:v>2</c:v>
                </c:pt>
                <c:pt idx="412">
                  <c:v>7</c:v>
                </c:pt>
                <c:pt idx="413">
                  <c:v>32</c:v>
                </c:pt>
                <c:pt idx="414">
                  <c:v>90</c:v>
                </c:pt>
                <c:pt idx="415">
                  <c:v>197</c:v>
                </c:pt>
                <c:pt idx="416">
                  <c:v>109</c:v>
                </c:pt>
                <c:pt idx="417">
                  <c:v>47</c:v>
                </c:pt>
                <c:pt idx="418">
                  <c:v>52</c:v>
                </c:pt>
                <c:pt idx="419">
                  <c:v>70</c:v>
                </c:pt>
                <c:pt idx="420">
                  <c:v>78</c:v>
                </c:pt>
                <c:pt idx="421">
                  <c:v>75</c:v>
                </c:pt>
                <c:pt idx="422">
                  <c:v>82</c:v>
                </c:pt>
                <c:pt idx="423">
                  <c:v>104</c:v>
                </c:pt>
                <c:pt idx="424">
                  <c:v>197</c:v>
                </c:pt>
                <c:pt idx="425">
                  <c:v>161</c:v>
                </c:pt>
                <c:pt idx="426">
                  <c:v>112</c:v>
                </c:pt>
                <c:pt idx="427">
                  <c:v>76</c:v>
                </c:pt>
                <c:pt idx="428">
                  <c:v>59</c:v>
                </c:pt>
                <c:pt idx="429">
                  <c:v>59</c:v>
                </c:pt>
                <c:pt idx="430">
                  <c:v>28</c:v>
                </c:pt>
                <c:pt idx="431">
                  <c:v>13</c:v>
                </c:pt>
                <c:pt idx="432">
                  <c:v>5</c:v>
                </c:pt>
                <c:pt idx="433">
                  <c:v>2</c:v>
                </c:pt>
                <c:pt idx="434">
                  <c:v>1</c:v>
                </c:pt>
                <c:pt idx="435">
                  <c:v>1</c:v>
                </c:pt>
                <c:pt idx="436">
                  <c:v>6</c:v>
                </c:pt>
                <c:pt idx="437">
                  <c:v>35</c:v>
                </c:pt>
                <c:pt idx="438">
                  <c:v>101</c:v>
                </c:pt>
                <c:pt idx="439">
                  <c:v>249</c:v>
                </c:pt>
                <c:pt idx="440">
                  <c:v>143</c:v>
                </c:pt>
                <c:pt idx="441">
                  <c:v>57</c:v>
                </c:pt>
                <c:pt idx="442">
                  <c:v>68</c:v>
                </c:pt>
                <c:pt idx="443">
                  <c:v>84</c:v>
                </c:pt>
                <c:pt idx="444">
                  <c:v>98</c:v>
                </c:pt>
                <c:pt idx="445">
                  <c:v>81</c:v>
                </c:pt>
                <c:pt idx="446">
                  <c:v>70</c:v>
                </c:pt>
                <c:pt idx="447">
                  <c:v>91</c:v>
                </c:pt>
                <c:pt idx="448">
                  <c:v>215</c:v>
                </c:pt>
                <c:pt idx="449">
                  <c:v>185</c:v>
                </c:pt>
                <c:pt idx="450">
                  <c:v>152</c:v>
                </c:pt>
                <c:pt idx="451">
                  <c:v>126</c:v>
                </c:pt>
                <c:pt idx="452">
                  <c:v>57</c:v>
                </c:pt>
                <c:pt idx="453">
                  <c:v>56</c:v>
                </c:pt>
                <c:pt idx="454">
                  <c:v>31</c:v>
                </c:pt>
                <c:pt idx="455">
                  <c:v>21</c:v>
                </c:pt>
                <c:pt idx="456">
                  <c:v>6</c:v>
                </c:pt>
                <c:pt idx="457">
                  <c:v>2</c:v>
                </c:pt>
                <c:pt idx="458">
                  <c:v>1</c:v>
                </c:pt>
                <c:pt idx="459">
                  <c:v>1</c:v>
                </c:pt>
                <c:pt idx="460">
                  <c:v>5</c:v>
                </c:pt>
                <c:pt idx="461">
                  <c:v>27</c:v>
                </c:pt>
                <c:pt idx="462">
                  <c:v>68</c:v>
                </c:pt>
                <c:pt idx="463">
                  <c:v>217</c:v>
                </c:pt>
                <c:pt idx="464">
                  <c:v>166</c:v>
                </c:pt>
                <c:pt idx="465">
                  <c:v>63</c:v>
                </c:pt>
                <c:pt idx="466">
                  <c:v>59</c:v>
                </c:pt>
                <c:pt idx="467">
                  <c:v>78</c:v>
                </c:pt>
                <c:pt idx="468">
                  <c:v>73</c:v>
                </c:pt>
                <c:pt idx="469">
                  <c:v>62</c:v>
                </c:pt>
                <c:pt idx="470">
                  <c:v>65</c:v>
                </c:pt>
                <c:pt idx="471">
                  <c:v>97</c:v>
                </c:pt>
                <c:pt idx="472">
                  <c:v>161</c:v>
                </c:pt>
                <c:pt idx="473">
                  <c:v>120</c:v>
                </c:pt>
                <c:pt idx="474">
                  <c:v>96</c:v>
                </c:pt>
                <c:pt idx="475">
                  <c:v>53</c:v>
                </c:pt>
                <c:pt idx="476">
                  <c:v>41</c:v>
                </c:pt>
                <c:pt idx="477">
                  <c:v>34</c:v>
                </c:pt>
                <c:pt idx="478">
                  <c:v>27</c:v>
                </c:pt>
                <c:pt idx="479">
                  <c:v>13</c:v>
                </c:pt>
                <c:pt idx="480">
                  <c:v>12</c:v>
                </c:pt>
                <c:pt idx="481">
                  <c:v>11</c:v>
                </c:pt>
                <c:pt idx="482">
                  <c:v>7</c:v>
                </c:pt>
                <c:pt idx="483">
                  <c:v>3</c:v>
                </c:pt>
                <c:pt idx="484">
                  <c:v>2</c:v>
                </c:pt>
                <c:pt idx="485">
                  <c:v>8</c:v>
                </c:pt>
                <c:pt idx="486">
                  <c:v>27</c:v>
                </c:pt>
                <c:pt idx="487">
                  <c:v>40</c:v>
                </c:pt>
                <c:pt idx="488">
                  <c:v>53</c:v>
                </c:pt>
                <c:pt idx="489">
                  <c:v>63</c:v>
                </c:pt>
                <c:pt idx="490">
                  <c:v>70</c:v>
                </c:pt>
                <c:pt idx="491">
                  <c:v>84</c:v>
                </c:pt>
                <c:pt idx="492">
                  <c:v>75</c:v>
                </c:pt>
                <c:pt idx="493">
                  <c:v>103</c:v>
                </c:pt>
                <c:pt idx="494">
                  <c:v>83</c:v>
                </c:pt>
                <c:pt idx="495">
                  <c:v>67</c:v>
                </c:pt>
                <c:pt idx="496">
                  <c:v>54</c:v>
                </c:pt>
                <c:pt idx="497">
                  <c:v>59</c:v>
                </c:pt>
                <c:pt idx="498">
                  <c:v>45</c:v>
                </c:pt>
                <c:pt idx="499">
                  <c:v>39</c:v>
                </c:pt>
                <c:pt idx="500">
                  <c:v>30</c:v>
                </c:pt>
                <c:pt idx="501">
                  <c:v>33</c:v>
                </c:pt>
                <c:pt idx="502">
                  <c:v>22</c:v>
                </c:pt>
                <c:pt idx="503">
                  <c:v>13</c:v>
                </c:pt>
                <c:pt idx="504">
                  <c:v>18</c:v>
                </c:pt>
                <c:pt idx="505">
                  <c:v>5</c:v>
                </c:pt>
                <c:pt idx="506">
                  <c:v>3</c:v>
                </c:pt>
                <c:pt idx="507">
                  <c:v>1</c:v>
                </c:pt>
                <c:pt idx="508">
                  <c:v>2</c:v>
                </c:pt>
                <c:pt idx="509">
                  <c:v>19</c:v>
                </c:pt>
                <c:pt idx="510">
                  <c:v>28</c:v>
                </c:pt>
                <c:pt idx="511">
                  <c:v>58</c:v>
                </c:pt>
                <c:pt idx="512">
                  <c:v>99</c:v>
                </c:pt>
                <c:pt idx="513">
                  <c:v>116</c:v>
                </c:pt>
                <c:pt idx="514">
                  <c:v>87</c:v>
                </c:pt>
                <c:pt idx="515">
                  <c:v>110</c:v>
                </c:pt>
                <c:pt idx="516">
                  <c:v>77</c:v>
                </c:pt>
                <c:pt idx="517">
                  <c:v>65</c:v>
                </c:pt>
                <c:pt idx="518">
                  <c:v>55</c:v>
                </c:pt>
                <c:pt idx="519">
                  <c:v>49</c:v>
                </c:pt>
                <c:pt idx="520">
                  <c:v>50</c:v>
                </c:pt>
                <c:pt idx="521">
                  <c:v>35</c:v>
                </c:pt>
                <c:pt idx="522">
                  <c:v>25</c:v>
                </c:pt>
                <c:pt idx="523">
                  <c:v>28</c:v>
                </c:pt>
                <c:pt idx="524">
                  <c:v>21</c:v>
                </c:pt>
                <c:pt idx="525">
                  <c:v>7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5</c:v>
                </c:pt>
                <c:pt idx="530">
                  <c:v>15</c:v>
                </c:pt>
                <c:pt idx="531">
                  <c:v>84</c:v>
                </c:pt>
                <c:pt idx="532">
                  <c:v>177</c:v>
                </c:pt>
                <c:pt idx="533">
                  <c:v>102</c:v>
                </c:pt>
                <c:pt idx="534">
                  <c:v>40</c:v>
                </c:pt>
                <c:pt idx="535">
                  <c:v>46</c:v>
                </c:pt>
                <c:pt idx="536">
                  <c:v>63</c:v>
                </c:pt>
                <c:pt idx="537">
                  <c:v>60</c:v>
                </c:pt>
                <c:pt idx="538">
                  <c:v>45</c:v>
                </c:pt>
                <c:pt idx="539">
                  <c:v>57</c:v>
                </c:pt>
                <c:pt idx="540">
                  <c:v>70</c:v>
                </c:pt>
                <c:pt idx="541">
                  <c:v>184</c:v>
                </c:pt>
                <c:pt idx="542">
                  <c:v>153</c:v>
                </c:pt>
                <c:pt idx="543">
                  <c:v>106</c:v>
                </c:pt>
                <c:pt idx="544">
                  <c:v>81</c:v>
                </c:pt>
                <c:pt idx="545">
                  <c:v>59</c:v>
                </c:pt>
                <c:pt idx="546">
                  <c:v>35</c:v>
                </c:pt>
                <c:pt idx="547">
                  <c:v>24</c:v>
                </c:pt>
                <c:pt idx="548">
                  <c:v>9</c:v>
                </c:pt>
                <c:pt idx="549">
                  <c:v>5</c:v>
                </c:pt>
                <c:pt idx="550">
                  <c:v>2</c:v>
                </c:pt>
                <c:pt idx="551">
                  <c:v>1</c:v>
                </c:pt>
                <c:pt idx="552">
                  <c:v>9</c:v>
                </c:pt>
                <c:pt idx="553">
                  <c:v>36</c:v>
                </c:pt>
                <c:pt idx="554">
                  <c:v>108</c:v>
                </c:pt>
                <c:pt idx="555">
                  <c:v>238</c:v>
                </c:pt>
                <c:pt idx="556">
                  <c:v>144</c:v>
                </c:pt>
                <c:pt idx="557">
                  <c:v>55</c:v>
                </c:pt>
                <c:pt idx="558">
                  <c:v>61</c:v>
                </c:pt>
                <c:pt idx="559">
                  <c:v>106</c:v>
                </c:pt>
                <c:pt idx="560">
                  <c:v>93</c:v>
                </c:pt>
                <c:pt idx="561">
                  <c:v>68</c:v>
                </c:pt>
                <c:pt idx="562">
                  <c:v>84</c:v>
                </c:pt>
                <c:pt idx="563">
                  <c:v>116</c:v>
                </c:pt>
                <c:pt idx="564">
                  <c:v>222</c:v>
                </c:pt>
                <c:pt idx="565">
                  <c:v>225</c:v>
                </c:pt>
                <c:pt idx="566">
                  <c:v>146</c:v>
                </c:pt>
                <c:pt idx="567">
                  <c:v>119</c:v>
                </c:pt>
                <c:pt idx="568">
                  <c:v>45</c:v>
                </c:pt>
                <c:pt idx="569">
                  <c:v>53</c:v>
                </c:pt>
                <c:pt idx="570">
                  <c:v>40</c:v>
                </c:pt>
                <c:pt idx="571">
                  <c:v>17</c:v>
                </c:pt>
                <c:pt idx="572">
                  <c:v>5</c:v>
                </c:pt>
                <c:pt idx="573">
                  <c:v>10</c:v>
                </c:pt>
                <c:pt idx="574">
                  <c:v>1</c:v>
                </c:pt>
                <c:pt idx="575">
                  <c:v>8</c:v>
                </c:pt>
                <c:pt idx="576">
                  <c:v>30</c:v>
                </c:pt>
                <c:pt idx="577">
                  <c:v>72</c:v>
                </c:pt>
                <c:pt idx="578">
                  <c:v>58</c:v>
                </c:pt>
                <c:pt idx="579">
                  <c:v>28</c:v>
                </c:pt>
                <c:pt idx="580">
                  <c:v>41</c:v>
                </c:pt>
                <c:pt idx="581">
                  <c:v>48</c:v>
                </c:pt>
                <c:pt idx="582">
                  <c:v>47</c:v>
                </c:pt>
                <c:pt idx="583">
                  <c:v>36</c:v>
                </c:pt>
                <c:pt idx="584">
                  <c:v>43</c:v>
                </c:pt>
                <c:pt idx="585">
                  <c:v>36</c:v>
                </c:pt>
                <c:pt idx="586">
                  <c:v>26</c:v>
                </c:pt>
                <c:pt idx="587">
                  <c:v>24</c:v>
                </c:pt>
                <c:pt idx="588">
                  <c:v>84</c:v>
                </c:pt>
                <c:pt idx="589">
                  <c:v>104</c:v>
                </c:pt>
                <c:pt idx="590">
                  <c:v>79</c:v>
                </c:pt>
                <c:pt idx="591">
                  <c:v>59</c:v>
                </c:pt>
                <c:pt idx="592">
                  <c:v>38</c:v>
                </c:pt>
                <c:pt idx="593">
                  <c:v>27</c:v>
                </c:pt>
                <c:pt idx="594">
                  <c:v>16</c:v>
                </c:pt>
                <c:pt idx="595">
                  <c:v>9</c:v>
                </c:pt>
                <c:pt idx="596">
                  <c:v>3</c:v>
                </c:pt>
                <c:pt idx="597">
                  <c:v>2</c:v>
                </c:pt>
                <c:pt idx="598">
                  <c:v>1</c:v>
                </c:pt>
                <c:pt idx="599">
                  <c:v>4</c:v>
                </c:pt>
                <c:pt idx="600">
                  <c:v>16</c:v>
                </c:pt>
                <c:pt idx="601">
                  <c:v>60</c:v>
                </c:pt>
                <c:pt idx="602">
                  <c:v>157</c:v>
                </c:pt>
                <c:pt idx="603">
                  <c:v>101</c:v>
                </c:pt>
                <c:pt idx="604">
                  <c:v>49</c:v>
                </c:pt>
                <c:pt idx="605">
                  <c:v>30</c:v>
                </c:pt>
                <c:pt idx="606">
                  <c:v>29</c:v>
                </c:pt>
                <c:pt idx="607">
                  <c:v>31</c:v>
                </c:pt>
                <c:pt idx="608">
                  <c:v>38</c:v>
                </c:pt>
                <c:pt idx="609">
                  <c:v>41</c:v>
                </c:pt>
                <c:pt idx="610">
                  <c:v>80</c:v>
                </c:pt>
                <c:pt idx="611">
                  <c:v>149</c:v>
                </c:pt>
                <c:pt idx="612">
                  <c:v>109</c:v>
                </c:pt>
                <c:pt idx="613">
                  <c:v>89</c:v>
                </c:pt>
                <c:pt idx="614">
                  <c:v>62</c:v>
                </c:pt>
                <c:pt idx="615">
                  <c:v>58</c:v>
                </c:pt>
                <c:pt idx="616">
                  <c:v>26</c:v>
                </c:pt>
                <c:pt idx="617">
                  <c:v>23</c:v>
                </c:pt>
                <c:pt idx="618">
                  <c:v>28</c:v>
                </c:pt>
                <c:pt idx="619">
                  <c:v>20</c:v>
                </c:pt>
                <c:pt idx="620">
                  <c:v>15</c:v>
                </c:pt>
                <c:pt idx="621">
                  <c:v>8</c:v>
                </c:pt>
                <c:pt idx="622">
                  <c:v>3</c:v>
                </c:pt>
                <c:pt idx="623">
                  <c:v>2</c:v>
                </c:pt>
                <c:pt idx="624">
                  <c:v>5</c:v>
                </c:pt>
                <c:pt idx="625">
                  <c:v>34</c:v>
                </c:pt>
                <c:pt idx="626">
                  <c:v>34</c:v>
                </c:pt>
                <c:pt idx="627">
                  <c:v>55</c:v>
                </c:pt>
                <c:pt idx="628">
                  <c:v>64</c:v>
                </c:pt>
                <c:pt idx="629">
                  <c:v>78</c:v>
                </c:pt>
                <c:pt idx="630">
                  <c:v>65</c:v>
                </c:pt>
                <c:pt idx="631">
                  <c:v>99</c:v>
                </c:pt>
                <c:pt idx="632">
                  <c:v>120</c:v>
                </c:pt>
                <c:pt idx="633">
                  <c:v>107</c:v>
                </c:pt>
                <c:pt idx="634">
                  <c:v>91</c:v>
                </c:pt>
                <c:pt idx="635">
                  <c:v>68</c:v>
                </c:pt>
                <c:pt idx="636">
                  <c:v>58</c:v>
                </c:pt>
                <c:pt idx="637">
                  <c:v>43</c:v>
                </c:pt>
                <c:pt idx="638">
                  <c:v>36</c:v>
                </c:pt>
                <c:pt idx="639">
                  <c:v>32</c:v>
                </c:pt>
                <c:pt idx="640">
                  <c:v>33</c:v>
                </c:pt>
                <c:pt idx="641">
                  <c:v>33</c:v>
                </c:pt>
                <c:pt idx="642">
                  <c:v>29</c:v>
                </c:pt>
                <c:pt idx="643">
                  <c:v>11</c:v>
                </c:pt>
                <c:pt idx="644">
                  <c:v>8</c:v>
                </c:pt>
                <c:pt idx="645">
                  <c:v>1</c:v>
                </c:pt>
                <c:pt idx="646">
                  <c:v>3</c:v>
                </c:pt>
                <c:pt idx="647">
                  <c:v>3</c:v>
                </c:pt>
                <c:pt idx="648">
                  <c:v>12</c:v>
                </c:pt>
                <c:pt idx="649">
                  <c:v>38</c:v>
                </c:pt>
                <c:pt idx="650">
                  <c:v>64</c:v>
                </c:pt>
                <c:pt idx="651">
                  <c:v>59</c:v>
                </c:pt>
                <c:pt idx="652">
                  <c:v>97</c:v>
                </c:pt>
                <c:pt idx="653">
                  <c:v>84</c:v>
                </c:pt>
                <c:pt idx="654">
                  <c:v>122</c:v>
                </c:pt>
                <c:pt idx="655">
                  <c:v>109</c:v>
                </c:pt>
                <c:pt idx="656">
                  <c:v>123</c:v>
                </c:pt>
                <c:pt idx="657">
                  <c:v>77</c:v>
                </c:pt>
                <c:pt idx="658">
                  <c:v>65</c:v>
                </c:pt>
                <c:pt idx="659">
                  <c:v>55</c:v>
                </c:pt>
                <c:pt idx="660">
                  <c:v>33</c:v>
                </c:pt>
                <c:pt idx="661">
                  <c:v>28</c:v>
                </c:pt>
                <c:pt idx="662">
                  <c:v>21</c:v>
                </c:pt>
                <c:pt idx="663">
                  <c:v>21</c:v>
                </c:pt>
                <c:pt idx="664">
                  <c:v>7</c:v>
                </c:pt>
                <c:pt idx="665">
                  <c:v>7</c:v>
                </c:pt>
                <c:pt idx="666">
                  <c:v>1</c:v>
                </c:pt>
                <c:pt idx="667">
                  <c:v>2</c:v>
                </c:pt>
                <c:pt idx="668">
                  <c:v>2</c:v>
                </c:pt>
                <c:pt idx="669">
                  <c:v>8</c:v>
                </c:pt>
                <c:pt idx="670">
                  <c:v>37</c:v>
                </c:pt>
                <c:pt idx="671">
                  <c:v>72</c:v>
                </c:pt>
                <c:pt idx="672">
                  <c:v>185</c:v>
                </c:pt>
                <c:pt idx="673">
                  <c:v>112</c:v>
                </c:pt>
                <c:pt idx="674">
                  <c:v>69</c:v>
                </c:pt>
                <c:pt idx="675">
                  <c:v>48</c:v>
                </c:pt>
                <c:pt idx="676">
                  <c:v>68</c:v>
                </c:pt>
                <c:pt idx="677">
                  <c:v>54</c:v>
                </c:pt>
                <c:pt idx="678">
                  <c:v>86</c:v>
                </c:pt>
                <c:pt idx="679">
                  <c:v>44</c:v>
                </c:pt>
                <c:pt idx="680">
                  <c:v>86</c:v>
                </c:pt>
                <c:pt idx="681">
                  <c:v>161</c:v>
                </c:pt>
                <c:pt idx="682">
                  <c:v>156</c:v>
                </c:pt>
                <c:pt idx="683">
                  <c:v>111</c:v>
                </c:pt>
                <c:pt idx="684">
                  <c:v>78</c:v>
                </c:pt>
                <c:pt idx="685">
                  <c:v>56</c:v>
                </c:pt>
                <c:pt idx="686">
                  <c:v>34</c:v>
                </c:pt>
                <c:pt idx="687">
                  <c:v>17</c:v>
                </c:pt>
                <c:pt idx="688">
                  <c:v>8</c:v>
                </c:pt>
                <c:pt idx="689">
                  <c:v>3</c:v>
                </c:pt>
                <c:pt idx="690">
                  <c:v>2</c:v>
                </c:pt>
                <c:pt idx="691">
                  <c:v>2</c:v>
                </c:pt>
                <c:pt idx="692">
                  <c:v>3</c:v>
                </c:pt>
                <c:pt idx="693">
                  <c:v>22</c:v>
                </c:pt>
                <c:pt idx="694">
                  <c:v>52</c:v>
                </c:pt>
                <c:pt idx="695">
                  <c:v>135</c:v>
                </c:pt>
                <c:pt idx="696">
                  <c:v>116</c:v>
                </c:pt>
                <c:pt idx="697">
                  <c:v>47</c:v>
                </c:pt>
                <c:pt idx="698">
                  <c:v>51</c:v>
                </c:pt>
                <c:pt idx="699">
                  <c:v>55</c:v>
                </c:pt>
                <c:pt idx="700">
                  <c:v>52</c:v>
                </c:pt>
                <c:pt idx="701">
                  <c:v>54</c:v>
                </c:pt>
                <c:pt idx="702">
                  <c:v>52</c:v>
                </c:pt>
                <c:pt idx="703">
                  <c:v>64</c:v>
                </c:pt>
                <c:pt idx="704">
                  <c:v>176</c:v>
                </c:pt>
                <c:pt idx="705">
                  <c:v>168</c:v>
                </c:pt>
                <c:pt idx="706">
                  <c:v>108</c:v>
                </c:pt>
                <c:pt idx="707">
                  <c:v>74</c:v>
                </c:pt>
                <c:pt idx="708">
                  <c:v>64</c:v>
                </c:pt>
                <c:pt idx="709">
                  <c:v>36</c:v>
                </c:pt>
                <c:pt idx="710">
                  <c:v>16</c:v>
                </c:pt>
                <c:pt idx="711">
                  <c:v>2</c:v>
                </c:pt>
                <c:pt idx="712">
                  <c:v>3</c:v>
                </c:pt>
                <c:pt idx="713">
                  <c:v>4</c:v>
                </c:pt>
                <c:pt idx="714">
                  <c:v>1</c:v>
                </c:pt>
                <c:pt idx="715">
                  <c:v>1</c:v>
                </c:pt>
                <c:pt idx="716">
                  <c:v>3</c:v>
                </c:pt>
                <c:pt idx="717">
                  <c:v>18</c:v>
                </c:pt>
                <c:pt idx="718">
                  <c:v>49</c:v>
                </c:pt>
                <c:pt idx="719">
                  <c:v>155</c:v>
                </c:pt>
                <c:pt idx="720">
                  <c:v>123</c:v>
                </c:pt>
                <c:pt idx="721">
                  <c:v>61</c:v>
                </c:pt>
                <c:pt idx="722">
                  <c:v>52</c:v>
                </c:pt>
                <c:pt idx="723">
                  <c:v>64</c:v>
                </c:pt>
                <c:pt idx="724">
                  <c:v>75</c:v>
                </c:pt>
                <c:pt idx="725">
                  <c:v>63</c:v>
                </c:pt>
                <c:pt idx="726">
                  <c:v>76</c:v>
                </c:pt>
                <c:pt idx="727">
                  <c:v>103</c:v>
                </c:pt>
                <c:pt idx="728">
                  <c:v>190</c:v>
                </c:pt>
                <c:pt idx="729">
                  <c:v>182</c:v>
                </c:pt>
                <c:pt idx="730">
                  <c:v>91</c:v>
                </c:pt>
                <c:pt idx="731">
                  <c:v>75</c:v>
                </c:pt>
                <c:pt idx="732">
                  <c:v>63</c:v>
                </c:pt>
                <c:pt idx="733">
                  <c:v>40</c:v>
                </c:pt>
                <c:pt idx="734">
                  <c:v>32</c:v>
                </c:pt>
                <c:pt idx="735">
                  <c:v>12</c:v>
                </c:pt>
                <c:pt idx="736">
                  <c:v>5</c:v>
                </c:pt>
                <c:pt idx="737">
                  <c:v>2</c:v>
                </c:pt>
                <c:pt idx="738">
                  <c:v>1</c:v>
                </c:pt>
                <c:pt idx="739">
                  <c:v>2</c:v>
                </c:pt>
                <c:pt idx="740">
                  <c:v>39</c:v>
                </c:pt>
                <c:pt idx="741">
                  <c:v>87</c:v>
                </c:pt>
                <c:pt idx="742">
                  <c:v>188</c:v>
                </c:pt>
                <c:pt idx="743">
                  <c:v>133</c:v>
                </c:pt>
                <c:pt idx="744">
                  <c:v>52</c:v>
                </c:pt>
                <c:pt idx="745">
                  <c:v>64</c:v>
                </c:pt>
                <c:pt idx="746">
                  <c:v>69</c:v>
                </c:pt>
                <c:pt idx="747">
                  <c:v>51</c:v>
                </c:pt>
                <c:pt idx="748">
                  <c:v>47</c:v>
                </c:pt>
                <c:pt idx="749">
                  <c:v>60</c:v>
                </c:pt>
                <c:pt idx="750">
                  <c:v>78</c:v>
                </c:pt>
                <c:pt idx="751">
                  <c:v>175</c:v>
                </c:pt>
                <c:pt idx="752">
                  <c:v>147</c:v>
                </c:pt>
                <c:pt idx="753">
                  <c:v>96</c:v>
                </c:pt>
                <c:pt idx="754">
                  <c:v>109</c:v>
                </c:pt>
                <c:pt idx="755">
                  <c:v>54</c:v>
                </c:pt>
                <c:pt idx="756">
                  <c:v>41</c:v>
                </c:pt>
                <c:pt idx="757">
                  <c:v>38</c:v>
                </c:pt>
                <c:pt idx="758">
                  <c:v>13</c:v>
                </c:pt>
                <c:pt idx="759">
                  <c:v>7</c:v>
                </c:pt>
                <c:pt idx="760">
                  <c:v>1</c:v>
                </c:pt>
                <c:pt idx="761">
                  <c:v>1</c:v>
                </c:pt>
                <c:pt idx="762">
                  <c:v>7</c:v>
                </c:pt>
                <c:pt idx="763">
                  <c:v>28</c:v>
                </c:pt>
                <c:pt idx="764">
                  <c:v>87</c:v>
                </c:pt>
                <c:pt idx="765">
                  <c:v>220</c:v>
                </c:pt>
                <c:pt idx="766">
                  <c:v>127</c:v>
                </c:pt>
                <c:pt idx="767">
                  <c:v>51</c:v>
                </c:pt>
                <c:pt idx="768">
                  <c:v>64</c:v>
                </c:pt>
                <c:pt idx="769">
                  <c:v>86</c:v>
                </c:pt>
                <c:pt idx="770">
                  <c:v>82</c:v>
                </c:pt>
                <c:pt idx="771">
                  <c:v>91</c:v>
                </c:pt>
                <c:pt idx="772">
                  <c:v>90</c:v>
                </c:pt>
                <c:pt idx="773">
                  <c:v>99</c:v>
                </c:pt>
                <c:pt idx="774">
                  <c:v>205</c:v>
                </c:pt>
                <c:pt idx="775">
                  <c:v>155</c:v>
                </c:pt>
                <c:pt idx="776">
                  <c:v>103</c:v>
                </c:pt>
                <c:pt idx="777">
                  <c:v>71</c:v>
                </c:pt>
                <c:pt idx="778">
                  <c:v>43</c:v>
                </c:pt>
                <c:pt idx="779">
                  <c:v>46</c:v>
                </c:pt>
                <c:pt idx="780">
                  <c:v>31</c:v>
                </c:pt>
                <c:pt idx="781">
                  <c:v>39</c:v>
                </c:pt>
                <c:pt idx="782">
                  <c:v>18</c:v>
                </c:pt>
                <c:pt idx="783">
                  <c:v>17</c:v>
                </c:pt>
                <c:pt idx="784">
                  <c:v>11</c:v>
                </c:pt>
                <c:pt idx="785">
                  <c:v>8</c:v>
                </c:pt>
                <c:pt idx="786">
                  <c:v>9</c:v>
                </c:pt>
                <c:pt idx="787">
                  <c:v>4</c:v>
                </c:pt>
                <c:pt idx="788">
                  <c:v>4</c:v>
                </c:pt>
                <c:pt idx="789">
                  <c:v>10</c:v>
                </c:pt>
                <c:pt idx="790">
                  <c:v>20</c:v>
                </c:pt>
                <c:pt idx="791">
                  <c:v>34</c:v>
                </c:pt>
                <c:pt idx="792">
                  <c:v>47</c:v>
                </c:pt>
                <c:pt idx="793">
                  <c:v>52</c:v>
                </c:pt>
                <c:pt idx="794">
                  <c:v>72</c:v>
                </c:pt>
                <c:pt idx="795">
                  <c:v>55</c:v>
                </c:pt>
                <c:pt idx="796">
                  <c:v>60</c:v>
                </c:pt>
                <c:pt idx="797">
                  <c:v>71</c:v>
                </c:pt>
                <c:pt idx="798">
                  <c:v>78</c:v>
                </c:pt>
                <c:pt idx="799">
                  <c:v>83</c:v>
                </c:pt>
                <c:pt idx="800">
                  <c:v>84</c:v>
                </c:pt>
                <c:pt idx="801">
                  <c:v>69</c:v>
                </c:pt>
                <c:pt idx="802">
                  <c:v>56</c:v>
                </c:pt>
                <c:pt idx="803">
                  <c:v>45</c:v>
                </c:pt>
                <c:pt idx="804">
                  <c:v>59</c:v>
                </c:pt>
                <c:pt idx="805">
                  <c:v>39</c:v>
                </c:pt>
                <c:pt idx="806">
                  <c:v>44</c:v>
                </c:pt>
                <c:pt idx="807">
                  <c:v>20</c:v>
                </c:pt>
                <c:pt idx="808">
                  <c:v>13</c:v>
                </c:pt>
                <c:pt idx="809">
                  <c:v>2</c:v>
                </c:pt>
                <c:pt idx="810">
                  <c:v>1</c:v>
                </c:pt>
                <c:pt idx="811">
                  <c:v>1</c:v>
                </c:pt>
                <c:pt idx="812">
                  <c:v>8</c:v>
                </c:pt>
                <c:pt idx="813">
                  <c:v>23</c:v>
                </c:pt>
                <c:pt idx="814">
                  <c:v>45</c:v>
                </c:pt>
                <c:pt idx="815">
                  <c:v>89</c:v>
                </c:pt>
                <c:pt idx="816">
                  <c:v>117</c:v>
                </c:pt>
                <c:pt idx="817">
                  <c:v>174</c:v>
                </c:pt>
                <c:pt idx="818">
                  <c:v>182</c:v>
                </c:pt>
                <c:pt idx="819">
                  <c:v>161</c:v>
                </c:pt>
                <c:pt idx="820">
                  <c:v>182</c:v>
                </c:pt>
                <c:pt idx="821">
                  <c:v>157</c:v>
                </c:pt>
                <c:pt idx="822">
                  <c:v>121</c:v>
                </c:pt>
                <c:pt idx="823">
                  <c:v>78</c:v>
                </c:pt>
                <c:pt idx="824">
                  <c:v>21</c:v>
                </c:pt>
                <c:pt idx="825">
                  <c:v>26</c:v>
                </c:pt>
                <c:pt idx="826">
                  <c:v>27</c:v>
                </c:pt>
                <c:pt idx="827">
                  <c:v>62</c:v>
                </c:pt>
                <c:pt idx="828">
                  <c:v>30</c:v>
                </c:pt>
                <c:pt idx="829">
                  <c:v>15</c:v>
                </c:pt>
                <c:pt idx="830">
                  <c:v>5</c:v>
                </c:pt>
                <c:pt idx="831">
                  <c:v>3</c:v>
                </c:pt>
                <c:pt idx="832">
                  <c:v>1</c:v>
                </c:pt>
                <c:pt idx="833">
                  <c:v>2</c:v>
                </c:pt>
                <c:pt idx="834">
                  <c:v>10</c:v>
                </c:pt>
                <c:pt idx="835">
                  <c:v>30</c:v>
                </c:pt>
                <c:pt idx="836">
                  <c:v>95</c:v>
                </c:pt>
                <c:pt idx="837">
                  <c:v>230</c:v>
                </c:pt>
                <c:pt idx="838">
                  <c:v>118</c:v>
                </c:pt>
                <c:pt idx="839">
                  <c:v>55</c:v>
                </c:pt>
                <c:pt idx="840">
                  <c:v>47</c:v>
                </c:pt>
                <c:pt idx="841">
                  <c:v>66</c:v>
                </c:pt>
                <c:pt idx="842">
                  <c:v>64</c:v>
                </c:pt>
                <c:pt idx="843">
                  <c:v>60</c:v>
                </c:pt>
                <c:pt idx="844">
                  <c:v>50</c:v>
                </c:pt>
                <c:pt idx="845">
                  <c:v>114</c:v>
                </c:pt>
                <c:pt idx="846">
                  <c:v>216</c:v>
                </c:pt>
                <c:pt idx="847">
                  <c:v>175</c:v>
                </c:pt>
                <c:pt idx="848">
                  <c:v>128</c:v>
                </c:pt>
                <c:pt idx="849">
                  <c:v>88</c:v>
                </c:pt>
                <c:pt idx="850">
                  <c:v>78</c:v>
                </c:pt>
                <c:pt idx="851">
                  <c:v>37</c:v>
                </c:pt>
                <c:pt idx="852">
                  <c:v>25</c:v>
                </c:pt>
                <c:pt idx="853">
                  <c:v>10</c:v>
                </c:pt>
                <c:pt idx="854">
                  <c:v>4</c:v>
                </c:pt>
                <c:pt idx="855">
                  <c:v>2</c:v>
                </c:pt>
                <c:pt idx="856">
                  <c:v>1</c:v>
                </c:pt>
                <c:pt idx="857">
                  <c:v>3</c:v>
                </c:pt>
                <c:pt idx="858">
                  <c:v>2</c:v>
                </c:pt>
                <c:pt idx="859">
                  <c:v>39</c:v>
                </c:pt>
                <c:pt idx="860">
                  <c:v>100</c:v>
                </c:pt>
                <c:pt idx="861">
                  <c:v>243</c:v>
                </c:pt>
                <c:pt idx="862">
                  <c:v>135</c:v>
                </c:pt>
                <c:pt idx="863">
                  <c:v>48</c:v>
                </c:pt>
                <c:pt idx="864">
                  <c:v>50</c:v>
                </c:pt>
                <c:pt idx="865">
                  <c:v>65</c:v>
                </c:pt>
                <c:pt idx="866">
                  <c:v>50</c:v>
                </c:pt>
                <c:pt idx="867">
                  <c:v>64</c:v>
                </c:pt>
                <c:pt idx="868">
                  <c:v>51</c:v>
                </c:pt>
                <c:pt idx="869">
                  <c:v>83</c:v>
                </c:pt>
                <c:pt idx="870">
                  <c:v>176</c:v>
                </c:pt>
                <c:pt idx="871">
                  <c:v>152</c:v>
                </c:pt>
                <c:pt idx="872">
                  <c:v>101</c:v>
                </c:pt>
                <c:pt idx="873">
                  <c:v>56</c:v>
                </c:pt>
                <c:pt idx="874">
                  <c:v>54</c:v>
                </c:pt>
                <c:pt idx="875">
                  <c:v>29</c:v>
                </c:pt>
                <c:pt idx="876">
                  <c:v>12</c:v>
                </c:pt>
                <c:pt idx="877">
                  <c:v>17</c:v>
                </c:pt>
                <c:pt idx="878">
                  <c:v>7</c:v>
                </c:pt>
                <c:pt idx="879">
                  <c:v>3</c:v>
                </c:pt>
                <c:pt idx="880">
                  <c:v>2</c:v>
                </c:pt>
                <c:pt idx="881">
                  <c:v>7</c:v>
                </c:pt>
                <c:pt idx="882">
                  <c:v>43</c:v>
                </c:pt>
                <c:pt idx="883">
                  <c:v>99</c:v>
                </c:pt>
                <c:pt idx="884">
                  <c:v>199</c:v>
                </c:pt>
                <c:pt idx="885">
                  <c:v>123</c:v>
                </c:pt>
                <c:pt idx="886">
                  <c:v>59</c:v>
                </c:pt>
                <c:pt idx="887">
                  <c:v>41</c:v>
                </c:pt>
                <c:pt idx="888">
                  <c:v>61</c:v>
                </c:pt>
                <c:pt idx="889">
                  <c:v>69</c:v>
                </c:pt>
                <c:pt idx="890">
                  <c:v>58</c:v>
                </c:pt>
                <c:pt idx="891">
                  <c:v>64</c:v>
                </c:pt>
                <c:pt idx="892">
                  <c:v>79</c:v>
                </c:pt>
                <c:pt idx="893">
                  <c:v>166</c:v>
                </c:pt>
                <c:pt idx="894">
                  <c:v>170</c:v>
                </c:pt>
                <c:pt idx="895">
                  <c:v>88</c:v>
                </c:pt>
                <c:pt idx="896">
                  <c:v>84</c:v>
                </c:pt>
                <c:pt idx="897">
                  <c:v>83</c:v>
                </c:pt>
                <c:pt idx="898">
                  <c:v>46</c:v>
                </c:pt>
                <c:pt idx="899">
                  <c:v>37</c:v>
                </c:pt>
                <c:pt idx="900">
                  <c:v>16</c:v>
                </c:pt>
                <c:pt idx="901">
                  <c:v>7</c:v>
                </c:pt>
                <c:pt idx="902">
                  <c:v>3</c:v>
                </c:pt>
                <c:pt idx="903">
                  <c:v>1</c:v>
                </c:pt>
                <c:pt idx="904">
                  <c:v>6</c:v>
                </c:pt>
                <c:pt idx="905">
                  <c:v>26</c:v>
                </c:pt>
                <c:pt idx="906">
                  <c:v>99</c:v>
                </c:pt>
                <c:pt idx="907">
                  <c:v>178</c:v>
                </c:pt>
                <c:pt idx="908">
                  <c:v>122</c:v>
                </c:pt>
                <c:pt idx="909">
                  <c:v>35</c:v>
                </c:pt>
                <c:pt idx="910">
                  <c:v>45</c:v>
                </c:pt>
                <c:pt idx="911">
                  <c:v>69</c:v>
                </c:pt>
                <c:pt idx="912">
                  <c:v>62</c:v>
                </c:pt>
                <c:pt idx="913">
                  <c:v>48</c:v>
                </c:pt>
                <c:pt idx="914">
                  <c:v>50</c:v>
                </c:pt>
                <c:pt idx="915">
                  <c:v>80</c:v>
                </c:pt>
                <c:pt idx="916">
                  <c:v>165</c:v>
                </c:pt>
                <c:pt idx="917">
                  <c:v>160</c:v>
                </c:pt>
                <c:pt idx="918">
                  <c:v>112</c:v>
                </c:pt>
                <c:pt idx="919">
                  <c:v>97</c:v>
                </c:pt>
                <c:pt idx="920">
                  <c:v>72</c:v>
                </c:pt>
                <c:pt idx="921">
                  <c:v>51</c:v>
                </c:pt>
                <c:pt idx="922">
                  <c:v>34</c:v>
                </c:pt>
                <c:pt idx="923">
                  <c:v>14</c:v>
                </c:pt>
                <c:pt idx="924">
                  <c:v>7</c:v>
                </c:pt>
                <c:pt idx="925">
                  <c:v>3</c:v>
                </c:pt>
                <c:pt idx="926">
                  <c:v>4</c:v>
                </c:pt>
                <c:pt idx="927">
                  <c:v>24</c:v>
                </c:pt>
                <c:pt idx="928">
                  <c:v>74</c:v>
                </c:pt>
                <c:pt idx="929">
                  <c:v>216</c:v>
                </c:pt>
                <c:pt idx="930">
                  <c:v>140</c:v>
                </c:pt>
                <c:pt idx="931">
                  <c:v>44</c:v>
                </c:pt>
                <c:pt idx="932">
                  <c:v>64</c:v>
                </c:pt>
                <c:pt idx="933">
                  <c:v>71</c:v>
                </c:pt>
                <c:pt idx="934">
                  <c:v>110</c:v>
                </c:pt>
                <c:pt idx="935">
                  <c:v>84</c:v>
                </c:pt>
                <c:pt idx="936">
                  <c:v>74</c:v>
                </c:pt>
                <c:pt idx="937">
                  <c:v>125</c:v>
                </c:pt>
                <c:pt idx="938">
                  <c:v>211</c:v>
                </c:pt>
                <c:pt idx="939">
                  <c:v>174</c:v>
                </c:pt>
                <c:pt idx="940">
                  <c:v>101</c:v>
                </c:pt>
                <c:pt idx="941">
                  <c:v>63</c:v>
                </c:pt>
                <c:pt idx="942">
                  <c:v>47</c:v>
                </c:pt>
                <c:pt idx="943">
                  <c:v>43</c:v>
                </c:pt>
                <c:pt idx="944">
                  <c:v>53</c:v>
                </c:pt>
                <c:pt idx="945">
                  <c:v>30</c:v>
                </c:pt>
                <c:pt idx="946">
                  <c:v>24</c:v>
                </c:pt>
                <c:pt idx="947">
                  <c:v>15</c:v>
                </c:pt>
                <c:pt idx="948">
                  <c:v>10</c:v>
                </c:pt>
                <c:pt idx="949">
                  <c:v>4</c:v>
                </c:pt>
                <c:pt idx="950">
                  <c:v>1</c:v>
                </c:pt>
                <c:pt idx="951">
                  <c:v>2</c:v>
                </c:pt>
                <c:pt idx="952">
                  <c:v>11</c:v>
                </c:pt>
                <c:pt idx="953">
                  <c:v>30</c:v>
                </c:pt>
                <c:pt idx="954">
                  <c:v>43</c:v>
                </c:pt>
                <c:pt idx="955">
                  <c:v>84</c:v>
                </c:pt>
                <c:pt idx="956">
                  <c:v>114</c:v>
                </c:pt>
                <c:pt idx="957">
                  <c:v>120</c:v>
                </c:pt>
                <c:pt idx="958">
                  <c:v>135</c:v>
                </c:pt>
                <c:pt idx="959">
                  <c:v>120</c:v>
                </c:pt>
                <c:pt idx="960">
                  <c:v>174</c:v>
                </c:pt>
                <c:pt idx="961">
                  <c:v>145</c:v>
                </c:pt>
                <c:pt idx="962">
                  <c:v>137</c:v>
                </c:pt>
                <c:pt idx="963">
                  <c:v>64</c:v>
                </c:pt>
                <c:pt idx="964">
                  <c:v>41</c:v>
                </c:pt>
                <c:pt idx="965">
                  <c:v>40</c:v>
                </c:pt>
                <c:pt idx="966">
                  <c:v>51</c:v>
                </c:pt>
                <c:pt idx="967">
                  <c:v>45</c:v>
                </c:pt>
                <c:pt idx="968">
                  <c:v>32</c:v>
                </c:pt>
                <c:pt idx="969">
                  <c:v>39</c:v>
                </c:pt>
                <c:pt idx="970">
                  <c:v>24</c:v>
                </c:pt>
                <c:pt idx="971">
                  <c:v>20</c:v>
                </c:pt>
                <c:pt idx="972">
                  <c:v>12</c:v>
                </c:pt>
                <c:pt idx="973">
                  <c:v>2</c:v>
                </c:pt>
                <c:pt idx="974">
                  <c:v>5</c:v>
                </c:pt>
                <c:pt idx="975">
                  <c:v>3</c:v>
                </c:pt>
                <c:pt idx="976">
                  <c:v>12</c:v>
                </c:pt>
                <c:pt idx="977">
                  <c:v>47</c:v>
                </c:pt>
                <c:pt idx="978">
                  <c:v>105</c:v>
                </c:pt>
                <c:pt idx="979">
                  <c:v>112</c:v>
                </c:pt>
                <c:pt idx="980">
                  <c:v>152</c:v>
                </c:pt>
                <c:pt idx="981">
                  <c:v>154</c:v>
                </c:pt>
                <c:pt idx="982">
                  <c:v>161</c:v>
                </c:pt>
                <c:pt idx="983">
                  <c:v>162</c:v>
                </c:pt>
                <c:pt idx="984">
                  <c:v>134</c:v>
                </c:pt>
                <c:pt idx="985">
                  <c:v>125</c:v>
                </c:pt>
                <c:pt idx="986">
                  <c:v>95</c:v>
                </c:pt>
                <c:pt idx="987">
                  <c:v>61</c:v>
                </c:pt>
                <c:pt idx="988">
                  <c:v>47</c:v>
                </c:pt>
                <c:pt idx="989">
                  <c:v>51</c:v>
                </c:pt>
                <c:pt idx="990">
                  <c:v>36</c:v>
                </c:pt>
                <c:pt idx="991">
                  <c:v>30</c:v>
                </c:pt>
                <c:pt idx="992">
                  <c:v>11</c:v>
                </c:pt>
                <c:pt idx="993">
                  <c:v>7</c:v>
                </c:pt>
                <c:pt idx="994">
                  <c:v>2</c:v>
                </c:pt>
                <c:pt idx="995">
                  <c:v>2</c:v>
                </c:pt>
                <c:pt idx="996">
                  <c:v>2</c:v>
                </c:pt>
                <c:pt idx="997">
                  <c:v>3</c:v>
                </c:pt>
                <c:pt idx="998">
                  <c:v>26</c:v>
                </c:pt>
                <c:pt idx="999">
                  <c:v>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B31-4800-B577-617C5CC2B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9314376"/>
        <c:axId val="569314736"/>
      </c:scatterChart>
      <c:valAx>
        <c:axId val="569314376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314736"/>
        <c:crosses val="autoZero"/>
        <c:crossBetween val="midCat"/>
      </c:valAx>
      <c:valAx>
        <c:axId val="569314736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3143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70722977809592"/>
          <c:y val="0.18904067166478541"/>
          <c:w val="0.83953519446432834"/>
          <c:h val="0.68478933249294627"/>
        </c:manualLayout>
      </c:layout>
      <c:scatterChart>
        <c:scatterStyle val="lineMarker"/>
        <c:varyColors val="0"/>
        <c:ser>
          <c:idx val="0"/>
          <c:order val="0"/>
          <c:tx>
            <c:strRef>
              <c:f>pivot!$AL$2:$AL$3</c:f>
              <c:strCache>
                <c:ptCount val="2"/>
                <c:pt idx="0">
                  <c:v>Chart Data</c:v>
                </c:pt>
                <c:pt idx="1">
                  <c:v>Count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chemeClr val="accent1">
                  <a:alpha val="55000"/>
                </a:schemeClr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pivot!$AK$4:$AK$1003</c:f>
              <c:numCache>
                <c:formatCode>0</c:formatCode>
                <c:ptCount val="1000"/>
                <c:pt idx="0">
                  <c:v>24</c:v>
                </c:pt>
                <c:pt idx="1">
                  <c:v>22</c:v>
                </c:pt>
                <c:pt idx="2">
                  <c:v>22</c:v>
                </c:pt>
                <c:pt idx="3">
                  <c:v>24</c:v>
                </c:pt>
                <c:pt idx="4">
                  <c:v>24</c:v>
                </c:pt>
                <c:pt idx="5">
                  <c:v>24</c:v>
                </c:pt>
                <c:pt idx="6">
                  <c:v>22</c:v>
                </c:pt>
                <c:pt idx="7">
                  <c:v>20</c:v>
                </c:pt>
                <c:pt idx="8">
                  <c:v>24</c:v>
                </c:pt>
                <c:pt idx="9">
                  <c:v>32</c:v>
                </c:pt>
                <c:pt idx="10">
                  <c:v>38</c:v>
                </c:pt>
                <c:pt idx="11">
                  <c:v>36</c:v>
                </c:pt>
                <c:pt idx="12">
                  <c:v>42</c:v>
                </c:pt>
                <c:pt idx="13">
                  <c:v>46</c:v>
                </c:pt>
                <c:pt idx="14">
                  <c:v>46</c:v>
                </c:pt>
                <c:pt idx="15">
                  <c:v>44</c:v>
                </c:pt>
                <c:pt idx="16">
                  <c:v>42</c:v>
                </c:pt>
                <c:pt idx="17">
                  <c:v>44</c:v>
                </c:pt>
                <c:pt idx="18">
                  <c:v>42</c:v>
                </c:pt>
                <c:pt idx="19">
                  <c:v>42</c:v>
                </c:pt>
                <c:pt idx="20">
                  <c:v>40</c:v>
                </c:pt>
                <c:pt idx="21">
                  <c:v>40</c:v>
                </c:pt>
                <c:pt idx="22">
                  <c:v>40</c:v>
                </c:pt>
                <c:pt idx="23">
                  <c:v>46</c:v>
                </c:pt>
                <c:pt idx="24">
                  <c:v>46</c:v>
                </c:pt>
                <c:pt idx="25">
                  <c:v>44</c:v>
                </c:pt>
                <c:pt idx="26">
                  <c:v>42</c:v>
                </c:pt>
                <c:pt idx="27">
                  <c:v>46</c:v>
                </c:pt>
                <c:pt idx="28">
                  <c:v>46</c:v>
                </c:pt>
                <c:pt idx="29">
                  <c:v>42</c:v>
                </c:pt>
                <c:pt idx="30">
                  <c:v>40</c:v>
                </c:pt>
                <c:pt idx="31">
                  <c:v>40</c:v>
                </c:pt>
                <c:pt idx="32">
                  <c:v>38</c:v>
                </c:pt>
                <c:pt idx="33">
                  <c:v>36</c:v>
                </c:pt>
                <c:pt idx="34">
                  <c:v>36</c:v>
                </c:pt>
                <c:pt idx="35">
                  <c:v>36</c:v>
                </c:pt>
                <c:pt idx="36">
                  <c:v>36</c:v>
                </c:pt>
                <c:pt idx="37">
                  <c:v>36</c:v>
                </c:pt>
                <c:pt idx="38">
                  <c:v>34</c:v>
                </c:pt>
                <c:pt idx="39">
                  <c:v>34</c:v>
                </c:pt>
                <c:pt idx="40">
                  <c:v>34</c:v>
                </c:pt>
                <c:pt idx="41">
                  <c:v>36</c:v>
                </c:pt>
                <c:pt idx="42">
                  <c:v>32</c:v>
                </c:pt>
                <c:pt idx="43">
                  <c:v>30</c:v>
                </c:pt>
                <c:pt idx="44">
                  <c:v>26</c:v>
                </c:pt>
                <c:pt idx="45">
                  <c:v>24</c:v>
                </c:pt>
                <c:pt idx="46">
                  <c:v>22</c:v>
                </c:pt>
                <c:pt idx="47">
                  <c:v>22</c:v>
                </c:pt>
                <c:pt idx="48">
                  <c:v>20</c:v>
                </c:pt>
                <c:pt idx="49">
                  <c:v>16</c:v>
                </c:pt>
                <c:pt idx="50">
                  <c:v>16</c:v>
                </c:pt>
                <c:pt idx="51">
                  <c:v>14.000000000000002</c:v>
                </c:pt>
                <c:pt idx="52">
                  <c:v>14.000000000000002</c:v>
                </c:pt>
                <c:pt idx="53">
                  <c:v>14.000000000000002</c:v>
                </c:pt>
                <c:pt idx="54">
                  <c:v>16</c:v>
                </c:pt>
                <c:pt idx="55">
                  <c:v>18</c:v>
                </c:pt>
                <c:pt idx="56">
                  <c:v>20</c:v>
                </c:pt>
                <c:pt idx="57">
                  <c:v>22</c:v>
                </c:pt>
                <c:pt idx="58">
                  <c:v>24</c:v>
                </c:pt>
                <c:pt idx="59">
                  <c:v>26</c:v>
                </c:pt>
                <c:pt idx="60">
                  <c:v>26</c:v>
                </c:pt>
                <c:pt idx="61">
                  <c:v>26</c:v>
                </c:pt>
                <c:pt idx="62">
                  <c:v>24</c:v>
                </c:pt>
                <c:pt idx="63">
                  <c:v>24</c:v>
                </c:pt>
                <c:pt idx="64">
                  <c:v>20</c:v>
                </c:pt>
                <c:pt idx="65">
                  <c:v>20</c:v>
                </c:pt>
                <c:pt idx="66">
                  <c:v>18</c:v>
                </c:pt>
                <c:pt idx="67">
                  <c:v>14.000000000000002</c:v>
                </c:pt>
                <c:pt idx="68">
                  <c:v>18</c:v>
                </c:pt>
                <c:pt idx="69">
                  <c:v>16</c:v>
                </c:pt>
                <c:pt idx="70">
                  <c:v>16</c:v>
                </c:pt>
                <c:pt idx="71">
                  <c:v>14.000000000000002</c:v>
                </c:pt>
                <c:pt idx="72">
                  <c:v>14.000000000000002</c:v>
                </c:pt>
                <c:pt idx="73">
                  <c:v>12</c:v>
                </c:pt>
                <c:pt idx="74">
                  <c:v>12</c:v>
                </c:pt>
                <c:pt idx="75">
                  <c:v>12</c:v>
                </c:pt>
                <c:pt idx="76">
                  <c:v>14.000000000000002</c:v>
                </c:pt>
                <c:pt idx="77">
                  <c:v>16</c:v>
                </c:pt>
                <c:pt idx="78">
                  <c:v>16</c:v>
                </c:pt>
                <c:pt idx="79">
                  <c:v>22</c:v>
                </c:pt>
                <c:pt idx="80">
                  <c:v>22</c:v>
                </c:pt>
                <c:pt idx="81">
                  <c:v>24</c:v>
                </c:pt>
                <c:pt idx="82">
                  <c:v>26</c:v>
                </c:pt>
                <c:pt idx="83">
                  <c:v>28.000000000000004</c:v>
                </c:pt>
                <c:pt idx="84">
                  <c:v>30</c:v>
                </c:pt>
                <c:pt idx="85">
                  <c:v>28.000000000000004</c:v>
                </c:pt>
                <c:pt idx="86">
                  <c:v>26</c:v>
                </c:pt>
                <c:pt idx="87">
                  <c:v>24</c:v>
                </c:pt>
                <c:pt idx="88">
                  <c:v>24</c:v>
                </c:pt>
                <c:pt idx="89">
                  <c:v>22</c:v>
                </c:pt>
                <c:pt idx="90">
                  <c:v>22</c:v>
                </c:pt>
                <c:pt idx="91">
                  <c:v>20</c:v>
                </c:pt>
                <c:pt idx="92">
                  <c:v>20</c:v>
                </c:pt>
                <c:pt idx="93">
                  <c:v>16</c:v>
                </c:pt>
                <c:pt idx="94">
                  <c:v>16</c:v>
                </c:pt>
                <c:pt idx="95">
                  <c:v>24</c:v>
                </c:pt>
                <c:pt idx="96">
                  <c:v>22</c:v>
                </c:pt>
                <c:pt idx="97">
                  <c:v>20</c:v>
                </c:pt>
                <c:pt idx="98">
                  <c:v>18</c:v>
                </c:pt>
                <c:pt idx="99">
                  <c:v>20</c:v>
                </c:pt>
                <c:pt idx="100">
                  <c:v>22</c:v>
                </c:pt>
                <c:pt idx="101">
                  <c:v>22</c:v>
                </c:pt>
                <c:pt idx="102">
                  <c:v>26</c:v>
                </c:pt>
                <c:pt idx="103">
                  <c:v>26</c:v>
                </c:pt>
                <c:pt idx="104">
                  <c:v>28.000000000000004</c:v>
                </c:pt>
                <c:pt idx="105">
                  <c:v>30</c:v>
                </c:pt>
                <c:pt idx="106">
                  <c:v>30</c:v>
                </c:pt>
                <c:pt idx="107">
                  <c:v>30</c:v>
                </c:pt>
                <c:pt idx="108">
                  <c:v>24</c:v>
                </c:pt>
                <c:pt idx="109">
                  <c:v>24</c:v>
                </c:pt>
                <c:pt idx="110">
                  <c:v>24</c:v>
                </c:pt>
                <c:pt idx="111">
                  <c:v>22</c:v>
                </c:pt>
                <c:pt idx="112">
                  <c:v>20</c:v>
                </c:pt>
                <c:pt idx="113">
                  <c:v>18</c:v>
                </c:pt>
                <c:pt idx="114">
                  <c:v>20</c:v>
                </c:pt>
                <c:pt idx="115">
                  <c:v>18</c:v>
                </c:pt>
                <c:pt idx="116">
                  <c:v>16</c:v>
                </c:pt>
                <c:pt idx="117">
                  <c:v>16</c:v>
                </c:pt>
                <c:pt idx="118">
                  <c:v>16</c:v>
                </c:pt>
                <c:pt idx="119">
                  <c:v>14.000000000000002</c:v>
                </c:pt>
                <c:pt idx="120">
                  <c:v>14.000000000000002</c:v>
                </c:pt>
                <c:pt idx="121">
                  <c:v>16</c:v>
                </c:pt>
                <c:pt idx="122">
                  <c:v>16</c:v>
                </c:pt>
                <c:pt idx="123">
                  <c:v>18</c:v>
                </c:pt>
                <c:pt idx="124">
                  <c:v>20</c:v>
                </c:pt>
                <c:pt idx="125">
                  <c:v>22</c:v>
                </c:pt>
                <c:pt idx="126">
                  <c:v>26</c:v>
                </c:pt>
                <c:pt idx="127">
                  <c:v>26</c:v>
                </c:pt>
                <c:pt idx="128">
                  <c:v>28.000000000000004</c:v>
                </c:pt>
                <c:pt idx="129">
                  <c:v>28.000000000000004</c:v>
                </c:pt>
                <c:pt idx="130">
                  <c:v>26</c:v>
                </c:pt>
                <c:pt idx="131">
                  <c:v>22</c:v>
                </c:pt>
                <c:pt idx="132">
                  <c:v>22</c:v>
                </c:pt>
                <c:pt idx="133">
                  <c:v>22</c:v>
                </c:pt>
                <c:pt idx="134">
                  <c:v>20</c:v>
                </c:pt>
                <c:pt idx="135">
                  <c:v>22</c:v>
                </c:pt>
                <c:pt idx="136">
                  <c:v>22</c:v>
                </c:pt>
                <c:pt idx="137">
                  <c:v>20</c:v>
                </c:pt>
                <c:pt idx="138">
                  <c:v>20</c:v>
                </c:pt>
                <c:pt idx="139">
                  <c:v>20</c:v>
                </c:pt>
                <c:pt idx="140">
                  <c:v>20</c:v>
                </c:pt>
                <c:pt idx="141">
                  <c:v>20</c:v>
                </c:pt>
                <c:pt idx="142">
                  <c:v>22</c:v>
                </c:pt>
                <c:pt idx="143">
                  <c:v>20</c:v>
                </c:pt>
                <c:pt idx="144">
                  <c:v>20</c:v>
                </c:pt>
                <c:pt idx="145">
                  <c:v>20</c:v>
                </c:pt>
                <c:pt idx="146">
                  <c:v>20</c:v>
                </c:pt>
                <c:pt idx="147">
                  <c:v>22</c:v>
                </c:pt>
                <c:pt idx="148">
                  <c:v>20</c:v>
                </c:pt>
                <c:pt idx="149">
                  <c:v>20</c:v>
                </c:pt>
                <c:pt idx="150">
                  <c:v>20</c:v>
                </c:pt>
                <c:pt idx="151">
                  <c:v>20</c:v>
                </c:pt>
                <c:pt idx="152">
                  <c:v>20</c:v>
                </c:pt>
                <c:pt idx="153">
                  <c:v>20</c:v>
                </c:pt>
                <c:pt idx="154">
                  <c:v>20</c:v>
                </c:pt>
                <c:pt idx="155">
                  <c:v>20</c:v>
                </c:pt>
                <c:pt idx="156">
                  <c:v>16</c:v>
                </c:pt>
                <c:pt idx="157">
                  <c:v>18</c:v>
                </c:pt>
                <c:pt idx="158">
                  <c:v>18</c:v>
                </c:pt>
                <c:pt idx="159">
                  <c:v>18</c:v>
                </c:pt>
                <c:pt idx="160">
                  <c:v>18</c:v>
                </c:pt>
                <c:pt idx="161">
                  <c:v>18</c:v>
                </c:pt>
                <c:pt idx="162">
                  <c:v>18</c:v>
                </c:pt>
                <c:pt idx="163">
                  <c:v>18</c:v>
                </c:pt>
                <c:pt idx="164">
                  <c:v>18</c:v>
                </c:pt>
                <c:pt idx="165">
                  <c:v>18</c:v>
                </c:pt>
                <c:pt idx="166">
                  <c:v>16</c:v>
                </c:pt>
                <c:pt idx="167">
                  <c:v>16</c:v>
                </c:pt>
                <c:pt idx="168">
                  <c:v>16</c:v>
                </c:pt>
                <c:pt idx="169">
                  <c:v>16</c:v>
                </c:pt>
                <c:pt idx="170">
                  <c:v>16</c:v>
                </c:pt>
                <c:pt idx="171">
                  <c:v>18</c:v>
                </c:pt>
                <c:pt idx="172">
                  <c:v>20</c:v>
                </c:pt>
                <c:pt idx="173">
                  <c:v>20</c:v>
                </c:pt>
                <c:pt idx="174">
                  <c:v>20</c:v>
                </c:pt>
                <c:pt idx="175">
                  <c:v>20</c:v>
                </c:pt>
                <c:pt idx="176">
                  <c:v>20</c:v>
                </c:pt>
                <c:pt idx="177">
                  <c:v>18</c:v>
                </c:pt>
                <c:pt idx="178">
                  <c:v>16</c:v>
                </c:pt>
                <c:pt idx="179">
                  <c:v>14.000000000000002</c:v>
                </c:pt>
                <c:pt idx="180">
                  <c:v>14.000000000000002</c:v>
                </c:pt>
                <c:pt idx="181">
                  <c:v>12</c:v>
                </c:pt>
                <c:pt idx="182">
                  <c:v>12</c:v>
                </c:pt>
                <c:pt idx="183">
                  <c:v>12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8</c:v>
                </c:pt>
                <c:pt idx="190">
                  <c:v>8</c:v>
                </c:pt>
                <c:pt idx="191">
                  <c:v>10</c:v>
                </c:pt>
                <c:pt idx="192">
                  <c:v>8</c:v>
                </c:pt>
                <c:pt idx="193">
                  <c:v>10</c:v>
                </c:pt>
                <c:pt idx="194">
                  <c:v>12</c:v>
                </c:pt>
                <c:pt idx="195">
                  <c:v>14.000000000000002</c:v>
                </c:pt>
                <c:pt idx="196">
                  <c:v>16</c:v>
                </c:pt>
                <c:pt idx="197">
                  <c:v>18</c:v>
                </c:pt>
                <c:pt idx="198">
                  <c:v>20</c:v>
                </c:pt>
                <c:pt idx="199">
                  <c:v>22</c:v>
                </c:pt>
                <c:pt idx="200">
                  <c:v>22</c:v>
                </c:pt>
                <c:pt idx="201">
                  <c:v>20</c:v>
                </c:pt>
                <c:pt idx="202">
                  <c:v>18</c:v>
                </c:pt>
                <c:pt idx="203">
                  <c:v>16</c:v>
                </c:pt>
                <c:pt idx="204">
                  <c:v>16</c:v>
                </c:pt>
                <c:pt idx="205">
                  <c:v>14.000000000000002</c:v>
                </c:pt>
                <c:pt idx="206">
                  <c:v>14.000000000000002</c:v>
                </c:pt>
                <c:pt idx="207">
                  <c:v>14.000000000000002</c:v>
                </c:pt>
                <c:pt idx="208">
                  <c:v>12</c:v>
                </c:pt>
                <c:pt idx="209">
                  <c:v>12</c:v>
                </c:pt>
                <c:pt idx="210">
                  <c:v>12</c:v>
                </c:pt>
                <c:pt idx="211">
                  <c:v>12</c:v>
                </c:pt>
                <c:pt idx="212">
                  <c:v>12</c:v>
                </c:pt>
                <c:pt idx="213">
                  <c:v>10</c:v>
                </c:pt>
                <c:pt idx="214">
                  <c:v>10</c:v>
                </c:pt>
                <c:pt idx="215">
                  <c:v>12</c:v>
                </c:pt>
                <c:pt idx="216">
                  <c:v>12</c:v>
                </c:pt>
                <c:pt idx="217">
                  <c:v>12</c:v>
                </c:pt>
                <c:pt idx="218">
                  <c:v>14.000000000000002</c:v>
                </c:pt>
                <c:pt idx="219">
                  <c:v>14.000000000000002</c:v>
                </c:pt>
                <c:pt idx="220">
                  <c:v>16</c:v>
                </c:pt>
                <c:pt idx="221">
                  <c:v>20</c:v>
                </c:pt>
                <c:pt idx="222">
                  <c:v>20</c:v>
                </c:pt>
                <c:pt idx="223">
                  <c:v>20</c:v>
                </c:pt>
                <c:pt idx="224">
                  <c:v>20</c:v>
                </c:pt>
                <c:pt idx="225">
                  <c:v>20</c:v>
                </c:pt>
                <c:pt idx="226">
                  <c:v>20</c:v>
                </c:pt>
                <c:pt idx="227">
                  <c:v>20</c:v>
                </c:pt>
                <c:pt idx="228">
                  <c:v>16</c:v>
                </c:pt>
                <c:pt idx="229">
                  <c:v>16</c:v>
                </c:pt>
                <c:pt idx="230">
                  <c:v>14.000000000000002</c:v>
                </c:pt>
                <c:pt idx="231">
                  <c:v>14.000000000000002</c:v>
                </c:pt>
                <c:pt idx="232">
                  <c:v>14.000000000000002</c:v>
                </c:pt>
                <c:pt idx="233">
                  <c:v>14.000000000000002</c:v>
                </c:pt>
                <c:pt idx="234">
                  <c:v>14.000000000000002</c:v>
                </c:pt>
                <c:pt idx="235">
                  <c:v>16</c:v>
                </c:pt>
                <c:pt idx="236">
                  <c:v>16</c:v>
                </c:pt>
                <c:pt idx="237">
                  <c:v>16</c:v>
                </c:pt>
                <c:pt idx="238">
                  <c:v>16</c:v>
                </c:pt>
                <c:pt idx="239">
                  <c:v>18</c:v>
                </c:pt>
                <c:pt idx="240">
                  <c:v>18</c:v>
                </c:pt>
                <c:pt idx="241">
                  <c:v>20</c:v>
                </c:pt>
                <c:pt idx="242">
                  <c:v>20</c:v>
                </c:pt>
                <c:pt idx="243">
                  <c:v>20</c:v>
                </c:pt>
                <c:pt idx="244">
                  <c:v>20</c:v>
                </c:pt>
                <c:pt idx="245">
                  <c:v>20</c:v>
                </c:pt>
                <c:pt idx="246">
                  <c:v>16</c:v>
                </c:pt>
                <c:pt idx="247">
                  <c:v>16</c:v>
                </c:pt>
                <c:pt idx="248">
                  <c:v>16</c:v>
                </c:pt>
                <c:pt idx="249">
                  <c:v>16</c:v>
                </c:pt>
                <c:pt idx="250">
                  <c:v>16</c:v>
                </c:pt>
                <c:pt idx="251">
                  <c:v>16</c:v>
                </c:pt>
                <c:pt idx="252">
                  <c:v>16</c:v>
                </c:pt>
                <c:pt idx="253">
                  <c:v>16</c:v>
                </c:pt>
                <c:pt idx="254">
                  <c:v>16</c:v>
                </c:pt>
                <c:pt idx="255">
                  <c:v>16</c:v>
                </c:pt>
                <c:pt idx="256">
                  <c:v>16</c:v>
                </c:pt>
                <c:pt idx="257">
                  <c:v>14.000000000000002</c:v>
                </c:pt>
                <c:pt idx="258">
                  <c:v>14.000000000000002</c:v>
                </c:pt>
                <c:pt idx="259">
                  <c:v>12</c:v>
                </c:pt>
                <c:pt idx="260">
                  <c:v>14.000000000000002</c:v>
                </c:pt>
                <c:pt idx="261">
                  <c:v>16</c:v>
                </c:pt>
                <c:pt idx="262">
                  <c:v>16</c:v>
                </c:pt>
                <c:pt idx="263">
                  <c:v>18</c:v>
                </c:pt>
                <c:pt idx="264">
                  <c:v>20</c:v>
                </c:pt>
                <c:pt idx="265">
                  <c:v>20</c:v>
                </c:pt>
                <c:pt idx="266">
                  <c:v>22</c:v>
                </c:pt>
                <c:pt idx="267">
                  <c:v>20</c:v>
                </c:pt>
                <c:pt idx="268">
                  <c:v>20</c:v>
                </c:pt>
                <c:pt idx="269">
                  <c:v>22</c:v>
                </c:pt>
                <c:pt idx="270">
                  <c:v>20</c:v>
                </c:pt>
                <c:pt idx="271">
                  <c:v>20</c:v>
                </c:pt>
                <c:pt idx="272">
                  <c:v>18</c:v>
                </c:pt>
                <c:pt idx="273">
                  <c:v>16</c:v>
                </c:pt>
                <c:pt idx="274">
                  <c:v>16</c:v>
                </c:pt>
                <c:pt idx="275">
                  <c:v>16</c:v>
                </c:pt>
                <c:pt idx="276">
                  <c:v>14.000000000000002</c:v>
                </c:pt>
                <c:pt idx="277">
                  <c:v>14.000000000000002</c:v>
                </c:pt>
                <c:pt idx="278">
                  <c:v>14.000000000000002</c:v>
                </c:pt>
                <c:pt idx="279">
                  <c:v>14.000000000000002</c:v>
                </c:pt>
                <c:pt idx="280">
                  <c:v>14.000000000000002</c:v>
                </c:pt>
                <c:pt idx="281">
                  <c:v>14.000000000000002</c:v>
                </c:pt>
                <c:pt idx="282">
                  <c:v>14.000000000000002</c:v>
                </c:pt>
                <c:pt idx="283">
                  <c:v>12</c:v>
                </c:pt>
                <c:pt idx="284">
                  <c:v>12</c:v>
                </c:pt>
                <c:pt idx="285">
                  <c:v>14.000000000000002</c:v>
                </c:pt>
                <c:pt idx="286">
                  <c:v>14.000000000000002</c:v>
                </c:pt>
                <c:pt idx="287">
                  <c:v>16</c:v>
                </c:pt>
                <c:pt idx="288">
                  <c:v>20</c:v>
                </c:pt>
                <c:pt idx="289">
                  <c:v>20</c:v>
                </c:pt>
                <c:pt idx="290">
                  <c:v>22</c:v>
                </c:pt>
                <c:pt idx="291">
                  <c:v>22</c:v>
                </c:pt>
                <c:pt idx="292">
                  <c:v>24</c:v>
                </c:pt>
                <c:pt idx="293">
                  <c:v>24</c:v>
                </c:pt>
                <c:pt idx="294">
                  <c:v>20</c:v>
                </c:pt>
                <c:pt idx="295">
                  <c:v>20</c:v>
                </c:pt>
                <c:pt idx="296">
                  <c:v>16</c:v>
                </c:pt>
                <c:pt idx="297">
                  <c:v>16</c:v>
                </c:pt>
                <c:pt idx="298">
                  <c:v>14.000000000000002</c:v>
                </c:pt>
                <c:pt idx="299">
                  <c:v>14.000000000000002</c:v>
                </c:pt>
                <c:pt idx="300">
                  <c:v>12</c:v>
                </c:pt>
                <c:pt idx="301">
                  <c:v>12</c:v>
                </c:pt>
                <c:pt idx="302">
                  <c:v>10</c:v>
                </c:pt>
                <c:pt idx="303">
                  <c:v>10</c:v>
                </c:pt>
                <c:pt idx="304">
                  <c:v>10</c:v>
                </c:pt>
                <c:pt idx="305">
                  <c:v>10</c:v>
                </c:pt>
                <c:pt idx="306">
                  <c:v>10</c:v>
                </c:pt>
                <c:pt idx="307">
                  <c:v>10</c:v>
                </c:pt>
                <c:pt idx="308">
                  <c:v>12</c:v>
                </c:pt>
                <c:pt idx="309">
                  <c:v>14.000000000000002</c:v>
                </c:pt>
                <c:pt idx="310">
                  <c:v>18</c:v>
                </c:pt>
                <c:pt idx="311">
                  <c:v>18</c:v>
                </c:pt>
                <c:pt idx="312">
                  <c:v>20</c:v>
                </c:pt>
                <c:pt idx="313">
                  <c:v>22</c:v>
                </c:pt>
                <c:pt idx="314">
                  <c:v>22</c:v>
                </c:pt>
                <c:pt idx="315">
                  <c:v>24</c:v>
                </c:pt>
                <c:pt idx="316">
                  <c:v>22</c:v>
                </c:pt>
                <c:pt idx="317">
                  <c:v>22</c:v>
                </c:pt>
                <c:pt idx="318">
                  <c:v>20</c:v>
                </c:pt>
                <c:pt idx="319">
                  <c:v>16</c:v>
                </c:pt>
                <c:pt idx="320">
                  <c:v>18</c:v>
                </c:pt>
                <c:pt idx="321">
                  <c:v>16</c:v>
                </c:pt>
                <c:pt idx="322">
                  <c:v>16</c:v>
                </c:pt>
                <c:pt idx="323">
                  <c:v>18</c:v>
                </c:pt>
                <c:pt idx="324">
                  <c:v>18</c:v>
                </c:pt>
                <c:pt idx="325">
                  <c:v>16</c:v>
                </c:pt>
                <c:pt idx="326">
                  <c:v>16</c:v>
                </c:pt>
                <c:pt idx="327">
                  <c:v>16</c:v>
                </c:pt>
                <c:pt idx="328">
                  <c:v>16</c:v>
                </c:pt>
                <c:pt idx="329">
                  <c:v>16</c:v>
                </c:pt>
                <c:pt idx="330">
                  <c:v>14.000000000000002</c:v>
                </c:pt>
                <c:pt idx="331">
                  <c:v>14.000000000000002</c:v>
                </c:pt>
                <c:pt idx="332">
                  <c:v>14.000000000000002</c:v>
                </c:pt>
                <c:pt idx="333">
                  <c:v>16</c:v>
                </c:pt>
                <c:pt idx="334">
                  <c:v>18</c:v>
                </c:pt>
                <c:pt idx="335">
                  <c:v>20</c:v>
                </c:pt>
                <c:pt idx="336">
                  <c:v>24</c:v>
                </c:pt>
                <c:pt idx="337">
                  <c:v>28.000000000000004</c:v>
                </c:pt>
                <c:pt idx="338">
                  <c:v>30</c:v>
                </c:pt>
                <c:pt idx="339">
                  <c:v>32</c:v>
                </c:pt>
                <c:pt idx="340">
                  <c:v>34</c:v>
                </c:pt>
                <c:pt idx="341">
                  <c:v>32</c:v>
                </c:pt>
                <c:pt idx="342">
                  <c:v>30</c:v>
                </c:pt>
                <c:pt idx="343">
                  <c:v>32</c:v>
                </c:pt>
                <c:pt idx="344">
                  <c:v>32</c:v>
                </c:pt>
                <c:pt idx="345">
                  <c:v>32</c:v>
                </c:pt>
                <c:pt idx="346">
                  <c:v>30</c:v>
                </c:pt>
                <c:pt idx="347">
                  <c:v>30</c:v>
                </c:pt>
                <c:pt idx="348">
                  <c:v>26</c:v>
                </c:pt>
                <c:pt idx="349">
                  <c:v>26</c:v>
                </c:pt>
                <c:pt idx="350">
                  <c:v>26</c:v>
                </c:pt>
                <c:pt idx="351">
                  <c:v>22</c:v>
                </c:pt>
                <c:pt idx="352">
                  <c:v>26</c:v>
                </c:pt>
                <c:pt idx="353">
                  <c:v>26</c:v>
                </c:pt>
                <c:pt idx="354">
                  <c:v>26</c:v>
                </c:pt>
                <c:pt idx="355">
                  <c:v>24</c:v>
                </c:pt>
                <c:pt idx="356">
                  <c:v>22</c:v>
                </c:pt>
                <c:pt idx="357">
                  <c:v>22</c:v>
                </c:pt>
                <c:pt idx="358">
                  <c:v>22</c:v>
                </c:pt>
                <c:pt idx="359">
                  <c:v>24</c:v>
                </c:pt>
                <c:pt idx="360">
                  <c:v>24</c:v>
                </c:pt>
                <c:pt idx="361">
                  <c:v>26</c:v>
                </c:pt>
                <c:pt idx="362">
                  <c:v>28.000000000000004</c:v>
                </c:pt>
                <c:pt idx="363">
                  <c:v>26</c:v>
                </c:pt>
                <c:pt idx="364">
                  <c:v>24</c:v>
                </c:pt>
                <c:pt idx="365">
                  <c:v>22</c:v>
                </c:pt>
                <c:pt idx="366">
                  <c:v>20</c:v>
                </c:pt>
                <c:pt idx="367">
                  <c:v>18</c:v>
                </c:pt>
                <c:pt idx="368">
                  <c:v>18</c:v>
                </c:pt>
                <c:pt idx="369">
                  <c:v>18</c:v>
                </c:pt>
                <c:pt idx="370">
                  <c:v>20</c:v>
                </c:pt>
                <c:pt idx="371">
                  <c:v>20</c:v>
                </c:pt>
                <c:pt idx="372">
                  <c:v>20</c:v>
                </c:pt>
                <c:pt idx="373">
                  <c:v>20</c:v>
                </c:pt>
                <c:pt idx="374">
                  <c:v>18</c:v>
                </c:pt>
                <c:pt idx="375">
                  <c:v>18</c:v>
                </c:pt>
                <c:pt idx="376">
                  <c:v>18</c:v>
                </c:pt>
                <c:pt idx="377">
                  <c:v>18</c:v>
                </c:pt>
                <c:pt idx="378">
                  <c:v>18</c:v>
                </c:pt>
                <c:pt idx="379">
                  <c:v>16</c:v>
                </c:pt>
                <c:pt idx="380">
                  <c:v>16</c:v>
                </c:pt>
                <c:pt idx="381">
                  <c:v>16</c:v>
                </c:pt>
                <c:pt idx="382">
                  <c:v>16</c:v>
                </c:pt>
                <c:pt idx="383">
                  <c:v>16</c:v>
                </c:pt>
                <c:pt idx="384">
                  <c:v>18</c:v>
                </c:pt>
                <c:pt idx="385">
                  <c:v>18</c:v>
                </c:pt>
                <c:pt idx="386">
                  <c:v>18</c:v>
                </c:pt>
                <c:pt idx="387">
                  <c:v>20</c:v>
                </c:pt>
                <c:pt idx="388">
                  <c:v>20</c:v>
                </c:pt>
                <c:pt idx="389">
                  <c:v>20</c:v>
                </c:pt>
                <c:pt idx="390">
                  <c:v>18</c:v>
                </c:pt>
                <c:pt idx="391">
                  <c:v>18</c:v>
                </c:pt>
                <c:pt idx="392">
                  <c:v>16</c:v>
                </c:pt>
                <c:pt idx="393">
                  <c:v>16</c:v>
                </c:pt>
                <c:pt idx="394">
                  <c:v>14.000000000000002</c:v>
                </c:pt>
                <c:pt idx="395">
                  <c:v>16</c:v>
                </c:pt>
                <c:pt idx="396">
                  <c:v>20</c:v>
                </c:pt>
                <c:pt idx="397">
                  <c:v>20</c:v>
                </c:pt>
                <c:pt idx="398">
                  <c:v>22</c:v>
                </c:pt>
                <c:pt idx="399">
                  <c:v>22</c:v>
                </c:pt>
                <c:pt idx="400">
                  <c:v>22</c:v>
                </c:pt>
                <c:pt idx="401">
                  <c:v>22</c:v>
                </c:pt>
                <c:pt idx="402">
                  <c:v>22</c:v>
                </c:pt>
                <c:pt idx="403">
                  <c:v>22</c:v>
                </c:pt>
                <c:pt idx="404">
                  <c:v>22</c:v>
                </c:pt>
                <c:pt idx="405">
                  <c:v>22</c:v>
                </c:pt>
                <c:pt idx="406">
                  <c:v>22</c:v>
                </c:pt>
                <c:pt idx="407">
                  <c:v>22</c:v>
                </c:pt>
                <c:pt idx="408">
                  <c:v>22</c:v>
                </c:pt>
                <c:pt idx="409">
                  <c:v>22</c:v>
                </c:pt>
                <c:pt idx="410">
                  <c:v>22</c:v>
                </c:pt>
                <c:pt idx="411">
                  <c:v>22</c:v>
                </c:pt>
                <c:pt idx="412">
                  <c:v>22</c:v>
                </c:pt>
                <c:pt idx="413">
                  <c:v>22</c:v>
                </c:pt>
                <c:pt idx="414">
                  <c:v>24</c:v>
                </c:pt>
                <c:pt idx="415">
                  <c:v>24</c:v>
                </c:pt>
                <c:pt idx="416">
                  <c:v>24</c:v>
                </c:pt>
                <c:pt idx="417">
                  <c:v>26</c:v>
                </c:pt>
                <c:pt idx="418">
                  <c:v>28.000000000000004</c:v>
                </c:pt>
                <c:pt idx="419">
                  <c:v>30</c:v>
                </c:pt>
                <c:pt idx="420">
                  <c:v>40</c:v>
                </c:pt>
                <c:pt idx="421">
                  <c:v>40</c:v>
                </c:pt>
                <c:pt idx="422">
                  <c:v>40</c:v>
                </c:pt>
                <c:pt idx="423">
                  <c:v>38</c:v>
                </c:pt>
                <c:pt idx="424">
                  <c:v>36</c:v>
                </c:pt>
                <c:pt idx="425">
                  <c:v>34</c:v>
                </c:pt>
                <c:pt idx="426">
                  <c:v>32</c:v>
                </c:pt>
                <c:pt idx="427">
                  <c:v>32</c:v>
                </c:pt>
                <c:pt idx="428">
                  <c:v>32</c:v>
                </c:pt>
                <c:pt idx="429">
                  <c:v>30</c:v>
                </c:pt>
                <c:pt idx="430">
                  <c:v>30</c:v>
                </c:pt>
                <c:pt idx="431">
                  <c:v>26</c:v>
                </c:pt>
                <c:pt idx="432">
                  <c:v>26</c:v>
                </c:pt>
                <c:pt idx="433">
                  <c:v>26</c:v>
                </c:pt>
                <c:pt idx="434">
                  <c:v>26</c:v>
                </c:pt>
                <c:pt idx="435">
                  <c:v>26</c:v>
                </c:pt>
                <c:pt idx="436">
                  <c:v>24</c:v>
                </c:pt>
                <c:pt idx="437">
                  <c:v>22</c:v>
                </c:pt>
                <c:pt idx="438">
                  <c:v>22</c:v>
                </c:pt>
                <c:pt idx="439">
                  <c:v>22</c:v>
                </c:pt>
                <c:pt idx="440">
                  <c:v>24</c:v>
                </c:pt>
                <c:pt idx="441">
                  <c:v>26</c:v>
                </c:pt>
                <c:pt idx="442">
                  <c:v>28.000000000000004</c:v>
                </c:pt>
                <c:pt idx="443">
                  <c:v>30</c:v>
                </c:pt>
                <c:pt idx="444">
                  <c:v>28.000000000000004</c:v>
                </c:pt>
                <c:pt idx="445">
                  <c:v>30</c:v>
                </c:pt>
                <c:pt idx="446">
                  <c:v>32</c:v>
                </c:pt>
                <c:pt idx="447">
                  <c:v>30</c:v>
                </c:pt>
                <c:pt idx="448">
                  <c:v>30</c:v>
                </c:pt>
                <c:pt idx="449">
                  <c:v>26</c:v>
                </c:pt>
                <c:pt idx="450">
                  <c:v>26</c:v>
                </c:pt>
                <c:pt idx="451">
                  <c:v>26</c:v>
                </c:pt>
                <c:pt idx="452">
                  <c:v>24</c:v>
                </c:pt>
                <c:pt idx="453">
                  <c:v>24</c:v>
                </c:pt>
                <c:pt idx="454">
                  <c:v>24</c:v>
                </c:pt>
                <c:pt idx="455">
                  <c:v>24</c:v>
                </c:pt>
                <c:pt idx="456">
                  <c:v>24</c:v>
                </c:pt>
                <c:pt idx="457">
                  <c:v>24</c:v>
                </c:pt>
                <c:pt idx="458">
                  <c:v>22</c:v>
                </c:pt>
                <c:pt idx="459">
                  <c:v>22</c:v>
                </c:pt>
                <c:pt idx="460">
                  <c:v>24</c:v>
                </c:pt>
                <c:pt idx="461">
                  <c:v>22</c:v>
                </c:pt>
                <c:pt idx="462">
                  <c:v>20</c:v>
                </c:pt>
                <c:pt idx="463">
                  <c:v>20</c:v>
                </c:pt>
                <c:pt idx="464">
                  <c:v>20</c:v>
                </c:pt>
                <c:pt idx="465">
                  <c:v>20</c:v>
                </c:pt>
                <c:pt idx="466">
                  <c:v>22</c:v>
                </c:pt>
                <c:pt idx="467">
                  <c:v>22</c:v>
                </c:pt>
                <c:pt idx="468">
                  <c:v>20</c:v>
                </c:pt>
                <c:pt idx="469">
                  <c:v>20</c:v>
                </c:pt>
                <c:pt idx="470">
                  <c:v>16</c:v>
                </c:pt>
                <c:pt idx="471">
                  <c:v>16</c:v>
                </c:pt>
                <c:pt idx="472">
                  <c:v>14.000000000000002</c:v>
                </c:pt>
                <c:pt idx="473">
                  <c:v>12</c:v>
                </c:pt>
                <c:pt idx="474">
                  <c:v>12</c:v>
                </c:pt>
                <c:pt idx="475">
                  <c:v>10</c:v>
                </c:pt>
                <c:pt idx="476">
                  <c:v>8</c:v>
                </c:pt>
                <c:pt idx="477">
                  <c:v>6</c:v>
                </c:pt>
                <c:pt idx="478">
                  <c:v>6</c:v>
                </c:pt>
                <c:pt idx="479">
                  <c:v>4</c:v>
                </c:pt>
                <c:pt idx="480">
                  <c:v>4</c:v>
                </c:pt>
                <c:pt idx="481">
                  <c:v>4</c:v>
                </c:pt>
                <c:pt idx="482">
                  <c:v>4</c:v>
                </c:pt>
                <c:pt idx="483">
                  <c:v>2</c:v>
                </c:pt>
                <c:pt idx="484">
                  <c:v>2</c:v>
                </c:pt>
                <c:pt idx="485">
                  <c:v>2</c:v>
                </c:pt>
                <c:pt idx="486">
                  <c:v>2</c:v>
                </c:pt>
                <c:pt idx="487">
                  <c:v>4</c:v>
                </c:pt>
                <c:pt idx="488">
                  <c:v>4</c:v>
                </c:pt>
                <c:pt idx="489">
                  <c:v>6</c:v>
                </c:pt>
                <c:pt idx="490">
                  <c:v>6</c:v>
                </c:pt>
                <c:pt idx="491">
                  <c:v>8</c:v>
                </c:pt>
                <c:pt idx="492">
                  <c:v>10</c:v>
                </c:pt>
                <c:pt idx="493">
                  <c:v>12</c:v>
                </c:pt>
                <c:pt idx="494">
                  <c:v>12</c:v>
                </c:pt>
                <c:pt idx="495">
                  <c:v>12</c:v>
                </c:pt>
                <c:pt idx="496">
                  <c:v>8</c:v>
                </c:pt>
                <c:pt idx="497">
                  <c:v>8</c:v>
                </c:pt>
                <c:pt idx="498">
                  <c:v>6</c:v>
                </c:pt>
                <c:pt idx="499">
                  <c:v>6</c:v>
                </c:pt>
                <c:pt idx="500">
                  <c:v>6</c:v>
                </c:pt>
                <c:pt idx="501">
                  <c:v>4</c:v>
                </c:pt>
                <c:pt idx="502">
                  <c:v>4</c:v>
                </c:pt>
                <c:pt idx="503">
                  <c:v>4</c:v>
                </c:pt>
                <c:pt idx="504">
                  <c:v>2</c:v>
                </c:pt>
                <c:pt idx="505">
                  <c:v>2</c:v>
                </c:pt>
                <c:pt idx="506">
                  <c:v>4</c:v>
                </c:pt>
                <c:pt idx="507">
                  <c:v>4</c:v>
                </c:pt>
                <c:pt idx="508">
                  <c:v>8</c:v>
                </c:pt>
                <c:pt idx="509">
                  <c:v>6</c:v>
                </c:pt>
                <c:pt idx="510">
                  <c:v>10</c:v>
                </c:pt>
                <c:pt idx="511">
                  <c:v>14.000000000000002</c:v>
                </c:pt>
                <c:pt idx="512">
                  <c:v>14.000000000000002</c:v>
                </c:pt>
                <c:pt idx="513">
                  <c:v>16</c:v>
                </c:pt>
                <c:pt idx="514">
                  <c:v>14.000000000000002</c:v>
                </c:pt>
                <c:pt idx="515">
                  <c:v>16</c:v>
                </c:pt>
                <c:pt idx="516">
                  <c:v>16</c:v>
                </c:pt>
                <c:pt idx="517">
                  <c:v>16</c:v>
                </c:pt>
                <c:pt idx="518">
                  <c:v>14.000000000000002</c:v>
                </c:pt>
                <c:pt idx="519">
                  <c:v>12</c:v>
                </c:pt>
                <c:pt idx="520">
                  <c:v>12</c:v>
                </c:pt>
                <c:pt idx="521">
                  <c:v>10</c:v>
                </c:pt>
                <c:pt idx="522">
                  <c:v>10</c:v>
                </c:pt>
                <c:pt idx="523">
                  <c:v>8</c:v>
                </c:pt>
                <c:pt idx="524">
                  <c:v>6</c:v>
                </c:pt>
                <c:pt idx="525">
                  <c:v>6</c:v>
                </c:pt>
                <c:pt idx="526">
                  <c:v>4</c:v>
                </c:pt>
                <c:pt idx="527">
                  <c:v>4</c:v>
                </c:pt>
                <c:pt idx="528">
                  <c:v>2</c:v>
                </c:pt>
                <c:pt idx="529">
                  <c:v>2</c:v>
                </c:pt>
                <c:pt idx="530">
                  <c:v>2</c:v>
                </c:pt>
                <c:pt idx="531">
                  <c:v>2</c:v>
                </c:pt>
                <c:pt idx="532">
                  <c:v>4</c:v>
                </c:pt>
                <c:pt idx="533">
                  <c:v>6</c:v>
                </c:pt>
                <c:pt idx="534">
                  <c:v>10</c:v>
                </c:pt>
                <c:pt idx="535">
                  <c:v>10</c:v>
                </c:pt>
                <c:pt idx="536">
                  <c:v>12</c:v>
                </c:pt>
                <c:pt idx="537">
                  <c:v>14.000000000000002</c:v>
                </c:pt>
                <c:pt idx="538">
                  <c:v>14.000000000000002</c:v>
                </c:pt>
                <c:pt idx="539">
                  <c:v>16</c:v>
                </c:pt>
                <c:pt idx="540">
                  <c:v>16</c:v>
                </c:pt>
                <c:pt idx="541">
                  <c:v>14.000000000000002</c:v>
                </c:pt>
                <c:pt idx="542">
                  <c:v>14.000000000000002</c:v>
                </c:pt>
                <c:pt idx="543">
                  <c:v>14.000000000000002</c:v>
                </c:pt>
                <c:pt idx="544">
                  <c:v>14.000000000000002</c:v>
                </c:pt>
                <c:pt idx="545">
                  <c:v>14.000000000000002</c:v>
                </c:pt>
                <c:pt idx="546">
                  <c:v>14.000000000000002</c:v>
                </c:pt>
                <c:pt idx="547">
                  <c:v>16</c:v>
                </c:pt>
                <c:pt idx="548">
                  <c:v>16</c:v>
                </c:pt>
                <c:pt idx="549">
                  <c:v>16</c:v>
                </c:pt>
                <c:pt idx="550">
                  <c:v>16</c:v>
                </c:pt>
                <c:pt idx="551">
                  <c:v>14.000000000000002</c:v>
                </c:pt>
                <c:pt idx="552">
                  <c:v>14.000000000000002</c:v>
                </c:pt>
                <c:pt idx="553">
                  <c:v>16</c:v>
                </c:pt>
                <c:pt idx="554">
                  <c:v>16</c:v>
                </c:pt>
                <c:pt idx="555">
                  <c:v>16</c:v>
                </c:pt>
                <c:pt idx="556">
                  <c:v>20</c:v>
                </c:pt>
                <c:pt idx="557">
                  <c:v>22</c:v>
                </c:pt>
                <c:pt idx="558">
                  <c:v>24</c:v>
                </c:pt>
                <c:pt idx="559">
                  <c:v>26</c:v>
                </c:pt>
                <c:pt idx="560">
                  <c:v>26</c:v>
                </c:pt>
                <c:pt idx="561">
                  <c:v>30</c:v>
                </c:pt>
                <c:pt idx="562">
                  <c:v>32</c:v>
                </c:pt>
                <c:pt idx="563">
                  <c:v>32</c:v>
                </c:pt>
                <c:pt idx="564">
                  <c:v>30</c:v>
                </c:pt>
                <c:pt idx="565">
                  <c:v>30</c:v>
                </c:pt>
                <c:pt idx="566">
                  <c:v>26</c:v>
                </c:pt>
                <c:pt idx="567">
                  <c:v>24</c:v>
                </c:pt>
                <c:pt idx="568">
                  <c:v>24</c:v>
                </c:pt>
                <c:pt idx="569">
                  <c:v>22</c:v>
                </c:pt>
                <c:pt idx="570">
                  <c:v>22</c:v>
                </c:pt>
                <c:pt idx="571">
                  <c:v>22</c:v>
                </c:pt>
                <c:pt idx="572">
                  <c:v>24</c:v>
                </c:pt>
                <c:pt idx="573">
                  <c:v>22</c:v>
                </c:pt>
                <c:pt idx="574">
                  <c:v>20</c:v>
                </c:pt>
                <c:pt idx="575">
                  <c:v>20</c:v>
                </c:pt>
                <c:pt idx="576">
                  <c:v>22</c:v>
                </c:pt>
                <c:pt idx="577">
                  <c:v>22</c:v>
                </c:pt>
                <c:pt idx="578">
                  <c:v>22</c:v>
                </c:pt>
                <c:pt idx="579">
                  <c:v>22</c:v>
                </c:pt>
                <c:pt idx="580">
                  <c:v>22</c:v>
                </c:pt>
                <c:pt idx="581">
                  <c:v>22</c:v>
                </c:pt>
                <c:pt idx="582">
                  <c:v>22</c:v>
                </c:pt>
                <c:pt idx="583">
                  <c:v>22</c:v>
                </c:pt>
                <c:pt idx="584">
                  <c:v>22</c:v>
                </c:pt>
                <c:pt idx="585">
                  <c:v>22</c:v>
                </c:pt>
                <c:pt idx="586">
                  <c:v>20</c:v>
                </c:pt>
                <c:pt idx="587">
                  <c:v>22</c:v>
                </c:pt>
                <c:pt idx="588">
                  <c:v>22</c:v>
                </c:pt>
                <c:pt idx="589">
                  <c:v>20</c:v>
                </c:pt>
                <c:pt idx="590">
                  <c:v>20</c:v>
                </c:pt>
                <c:pt idx="591">
                  <c:v>18</c:v>
                </c:pt>
                <c:pt idx="592">
                  <c:v>18</c:v>
                </c:pt>
                <c:pt idx="593">
                  <c:v>18</c:v>
                </c:pt>
                <c:pt idx="594">
                  <c:v>18</c:v>
                </c:pt>
                <c:pt idx="595">
                  <c:v>20</c:v>
                </c:pt>
                <c:pt idx="596">
                  <c:v>20</c:v>
                </c:pt>
                <c:pt idx="597">
                  <c:v>20</c:v>
                </c:pt>
                <c:pt idx="598">
                  <c:v>20</c:v>
                </c:pt>
                <c:pt idx="599">
                  <c:v>18</c:v>
                </c:pt>
                <c:pt idx="600">
                  <c:v>18</c:v>
                </c:pt>
                <c:pt idx="601">
                  <c:v>16</c:v>
                </c:pt>
                <c:pt idx="602">
                  <c:v>16</c:v>
                </c:pt>
                <c:pt idx="603">
                  <c:v>18</c:v>
                </c:pt>
                <c:pt idx="604">
                  <c:v>18</c:v>
                </c:pt>
                <c:pt idx="605">
                  <c:v>18</c:v>
                </c:pt>
                <c:pt idx="606">
                  <c:v>18</c:v>
                </c:pt>
                <c:pt idx="607">
                  <c:v>18</c:v>
                </c:pt>
                <c:pt idx="608">
                  <c:v>22</c:v>
                </c:pt>
                <c:pt idx="609">
                  <c:v>20</c:v>
                </c:pt>
                <c:pt idx="610">
                  <c:v>22</c:v>
                </c:pt>
                <c:pt idx="611">
                  <c:v>24</c:v>
                </c:pt>
                <c:pt idx="612">
                  <c:v>24</c:v>
                </c:pt>
                <c:pt idx="613">
                  <c:v>24</c:v>
                </c:pt>
                <c:pt idx="614">
                  <c:v>24</c:v>
                </c:pt>
                <c:pt idx="615">
                  <c:v>22</c:v>
                </c:pt>
                <c:pt idx="616">
                  <c:v>24</c:v>
                </c:pt>
                <c:pt idx="617">
                  <c:v>24</c:v>
                </c:pt>
                <c:pt idx="618">
                  <c:v>22</c:v>
                </c:pt>
                <c:pt idx="619">
                  <c:v>22</c:v>
                </c:pt>
                <c:pt idx="620">
                  <c:v>22</c:v>
                </c:pt>
                <c:pt idx="621">
                  <c:v>20</c:v>
                </c:pt>
                <c:pt idx="622">
                  <c:v>16</c:v>
                </c:pt>
                <c:pt idx="623">
                  <c:v>16</c:v>
                </c:pt>
                <c:pt idx="624">
                  <c:v>16</c:v>
                </c:pt>
                <c:pt idx="625">
                  <c:v>18</c:v>
                </c:pt>
                <c:pt idx="626">
                  <c:v>18</c:v>
                </c:pt>
                <c:pt idx="627">
                  <c:v>18</c:v>
                </c:pt>
                <c:pt idx="628">
                  <c:v>18</c:v>
                </c:pt>
                <c:pt idx="629">
                  <c:v>20</c:v>
                </c:pt>
                <c:pt idx="630">
                  <c:v>22</c:v>
                </c:pt>
                <c:pt idx="631">
                  <c:v>22</c:v>
                </c:pt>
                <c:pt idx="632">
                  <c:v>22</c:v>
                </c:pt>
                <c:pt idx="633">
                  <c:v>24</c:v>
                </c:pt>
                <c:pt idx="634">
                  <c:v>24</c:v>
                </c:pt>
                <c:pt idx="635">
                  <c:v>22</c:v>
                </c:pt>
                <c:pt idx="636">
                  <c:v>22</c:v>
                </c:pt>
                <c:pt idx="637">
                  <c:v>18</c:v>
                </c:pt>
                <c:pt idx="638">
                  <c:v>18</c:v>
                </c:pt>
                <c:pt idx="639">
                  <c:v>16</c:v>
                </c:pt>
                <c:pt idx="640">
                  <c:v>16</c:v>
                </c:pt>
                <c:pt idx="641">
                  <c:v>16</c:v>
                </c:pt>
                <c:pt idx="642">
                  <c:v>14.000000000000002</c:v>
                </c:pt>
                <c:pt idx="643">
                  <c:v>16</c:v>
                </c:pt>
                <c:pt idx="644">
                  <c:v>14.000000000000002</c:v>
                </c:pt>
                <c:pt idx="645">
                  <c:v>14.000000000000002</c:v>
                </c:pt>
                <c:pt idx="646">
                  <c:v>14.000000000000002</c:v>
                </c:pt>
                <c:pt idx="647">
                  <c:v>14.000000000000002</c:v>
                </c:pt>
                <c:pt idx="648">
                  <c:v>14.000000000000002</c:v>
                </c:pt>
                <c:pt idx="649">
                  <c:v>16</c:v>
                </c:pt>
                <c:pt idx="650">
                  <c:v>18</c:v>
                </c:pt>
                <c:pt idx="651">
                  <c:v>22</c:v>
                </c:pt>
                <c:pt idx="652">
                  <c:v>30</c:v>
                </c:pt>
                <c:pt idx="653">
                  <c:v>28.000000000000004</c:v>
                </c:pt>
                <c:pt idx="654">
                  <c:v>28.000000000000004</c:v>
                </c:pt>
                <c:pt idx="655">
                  <c:v>30</c:v>
                </c:pt>
                <c:pt idx="656">
                  <c:v>30</c:v>
                </c:pt>
                <c:pt idx="657">
                  <c:v>30</c:v>
                </c:pt>
                <c:pt idx="658">
                  <c:v>26</c:v>
                </c:pt>
                <c:pt idx="659">
                  <c:v>26</c:v>
                </c:pt>
                <c:pt idx="660">
                  <c:v>26</c:v>
                </c:pt>
                <c:pt idx="661">
                  <c:v>24</c:v>
                </c:pt>
                <c:pt idx="662">
                  <c:v>24</c:v>
                </c:pt>
                <c:pt idx="663">
                  <c:v>24</c:v>
                </c:pt>
                <c:pt idx="664">
                  <c:v>24</c:v>
                </c:pt>
                <c:pt idx="665">
                  <c:v>22</c:v>
                </c:pt>
                <c:pt idx="666">
                  <c:v>22</c:v>
                </c:pt>
                <c:pt idx="667">
                  <c:v>22</c:v>
                </c:pt>
                <c:pt idx="668">
                  <c:v>20</c:v>
                </c:pt>
                <c:pt idx="669">
                  <c:v>18</c:v>
                </c:pt>
                <c:pt idx="670">
                  <c:v>16</c:v>
                </c:pt>
                <c:pt idx="671">
                  <c:v>16</c:v>
                </c:pt>
                <c:pt idx="672">
                  <c:v>16</c:v>
                </c:pt>
                <c:pt idx="673">
                  <c:v>16</c:v>
                </c:pt>
                <c:pt idx="674">
                  <c:v>16</c:v>
                </c:pt>
                <c:pt idx="675">
                  <c:v>16</c:v>
                </c:pt>
                <c:pt idx="676">
                  <c:v>18</c:v>
                </c:pt>
                <c:pt idx="677">
                  <c:v>16</c:v>
                </c:pt>
                <c:pt idx="678">
                  <c:v>18</c:v>
                </c:pt>
                <c:pt idx="679">
                  <c:v>16</c:v>
                </c:pt>
                <c:pt idx="680">
                  <c:v>16</c:v>
                </c:pt>
                <c:pt idx="681">
                  <c:v>16</c:v>
                </c:pt>
                <c:pt idx="682">
                  <c:v>16</c:v>
                </c:pt>
                <c:pt idx="683">
                  <c:v>30</c:v>
                </c:pt>
                <c:pt idx="684">
                  <c:v>16</c:v>
                </c:pt>
                <c:pt idx="685">
                  <c:v>16</c:v>
                </c:pt>
                <c:pt idx="686">
                  <c:v>16</c:v>
                </c:pt>
                <c:pt idx="687">
                  <c:v>16</c:v>
                </c:pt>
                <c:pt idx="688">
                  <c:v>16</c:v>
                </c:pt>
                <c:pt idx="689">
                  <c:v>16</c:v>
                </c:pt>
                <c:pt idx="690">
                  <c:v>16</c:v>
                </c:pt>
                <c:pt idx="691">
                  <c:v>16</c:v>
                </c:pt>
                <c:pt idx="692">
                  <c:v>14.000000000000002</c:v>
                </c:pt>
                <c:pt idx="693">
                  <c:v>14.000000000000002</c:v>
                </c:pt>
                <c:pt idx="694">
                  <c:v>16</c:v>
                </c:pt>
                <c:pt idx="695">
                  <c:v>16</c:v>
                </c:pt>
                <c:pt idx="696">
                  <c:v>16</c:v>
                </c:pt>
                <c:pt idx="697">
                  <c:v>16</c:v>
                </c:pt>
                <c:pt idx="698">
                  <c:v>18</c:v>
                </c:pt>
                <c:pt idx="699">
                  <c:v>20</c:v>
                </c:pt>
                <c:pt idx="700">
                  <c:v>20</c:v>
                </c:pt>
                <c:pt idx="701">
                  <c:v>22</c:v>
                </c:pt>
                <c:pt idx="702">
                  <c:v>24</c:v>
                </c:pt>
                <c:pt idx="703">
                  <c:v>24</c:v>
                </c:pt>
                <c:pt idx="704">
                  <c:v>24</c:v>
                </c:pt>
                <c:pt idx="705">
                  <c:v>24</c:v>
                </c:pt>
                <c:pt idx="706">
                  <c:v>24</c:v>
                </c:pt>
                <c:pt idx="707">
                  <c:v>22</c:v>
                </c:pt>
                <c:pt idx="708">
                  <c:v>22</c:v>
                </c:pt>
                <c:pt idx="709">
                  <c:v>22</c:v>
                </c:pt>
                <c:pt idx="710">
                  <c:v>20</c:v>
                </c:pt>
                <c:pt idx="711">
                  <c:v>22</c:v>
                </c:pt>
                <c:pt idx="712">
                  <c:v>22</c:v>
                </c:pt>
                <c:pt idx="713">
                  <c:v>22</c:v>
                </c:pt>
                <c:pt idx="714">
                  <c:v>22</c:v>
                </c:pt>
                <c:pt idx="715">
                  <c:v>22</c:v>
                </c:pt>
                <c:pt idx="716">
                  <c:v>22</c:v>
                </c:pt>
                <c:pt idx="717">
                  <c:v>22</c:v>
                </c:pt>
                <c:pt idx="718">
                  <c:v>22</c:v>
                </c:pt>
                <c:pt idx="719">
                  <c:v>22</c:v>
                </c:pt>
                <c:pt idx="720">
                  <c:v>24</c:v>
                </c:pt>
                <c:pt idx="721">
                  <c:v>22</c:v>
                </c:pt>
                <c:pt idx="722">
                  <c:v>24</c:v>
                </c:pt>
                <c:pt idx="723">
                  <c:v>24</c:v>
                </c:pt>
                <c:pt idx="724">
                  <c:v>34</c:v>
                </c:pt>
                <c:pt idx="725">
                  <c:v>38</c:v>
                </c:pt>
                <c:pt idx="726">
                  <c:v>38</c:v>
                </c:pt>
                <c:pt idx="727">
                  <c:v>36</c:v>
                </c:pt>
                <c:pt idx="728">
                  <c:v>36</c:v>
                </c:pt>
                <c:pt idx="729">
                  <c:v>34</c:v>
                </c:pt>
                <c:pt idx="730">
                  <c:v>28.000000000000004</c:v>
                </c:pt>
                <c:pt idx="731">
                  <c:v>24</c:v>
                </c:pt>
                <c:pt idx="732">
                  <c:v>22</c:v>
                </c:pt>
                <c:pt idx="733">
                  <c:v>22</c:v>
                </c:pt>
                <c:pt idx="734">
                  <c:v>20</c:v>
                </c:pt>
                <c:pt idx="735">
                  <c:v>20</c:v>
                </c:pt>
                <c:pt idx="736">
                  <c:v>20</c:v>
                </c:pt>
                <c:pt idx="737">
                  <c:v>18</c:v>
                </c:pt>
                <c:pt idx="738">
                  <c:v>18</c:v>
                </c:pt>
                <c:pt idx="739">
                  <c:v>16</c:v>
                </c:pt>
                <c:pt idx="740">
                  <c:v>16</c:v>
                </c:pt>
                <c:pt idx="741">
                  <c:v>14.000000000000002</c:v>
                </c:pt>
                <c:pt idx="742">
                  <c:v>14.000000000000002</c:v>
                </c:pt>
                <c:pt idx="743">
                  <c:v>16</c:v>
                </c:pt>
                <c:pt idx="744">
                  <c:v>18</c:v>
                </c:pt>
                <c:pt idx="745">
                  <c:v>18</c:v>
                </c:pt>
                <c:pt idx="746">
                  <c:v>20</c:v>
                </c:pt>
                <c:pt idx="747">
                  <c:v>20</c:v>
                </c:pt>
                <c:pt idx="748">
                  <c:v>22</c:v>
                </c:pt>
                <c:pt idx="749">
                  <c:v>22</c:v>
                </c:pt>
                <c:pt idx="750">
                  <c:v>22</c:v>
                </c:pt>
                <c:pt idx="751">
                  <c:v>20</c:v>
                </c:pt>
                <c:pt idx="752">
                  <c:v>20</c:v>
                </c:pt>
                <c:pt idx="753">
                  <c:v>20</c:v>
                </c:pt>
                <c:pt idx="754">
                  <c:v>20</c:v>
                </c:pt>
                <c:pt idx="755">
                  <c:v>18</c:v>
                </c:pt>
                <c:pt idx="756">
                  <c:v>18</c:v>
                </c:pt>
                <c:pt idx="757">
                  <c:v>20</c:v>
                </c:pt>
                <c:pt idx="758">
                  <c:v>20</c:v>
                </c:pt>
                <c:pt idx="759">
                  <c:v>16</c:v>
                </c:pt>
                <c:pt idx="760">
                  <c:v>14.000000000000002</c:v>
                </c:pt>
                <c:pt idx="761">
                  <c:v>14.000000000000002</c:v>
                </c:pt>
                <c:pt idx="762">
                  <c:v>14.000000000000002</c:v>
                </c:pt>
                <c:pt idx="763">
                  <c:v>16</c:v>
                </c:pt>
                <c:pt idx="764">
                  <c:v>14.000000000000002</c:v>
                </c:pt>
                <c:pt idx="765">
                  <c:v>14.000000000000002</c:v>
                </c:pt>
                <c:pt idx="766">
                  <c:v>16</c:v>
                </c:pt>
                <c:pt idx="767">
                  <c:v>20</c:v>
                </c:pt>
                <c:pt idx="768">
                  <c:v>22</c:v>
                </c:pt>
                <c:pt idx="769">
                  <c:v>24</c:v>
                </c:pt>
                <c:pt idx="770">
                  <c:v>26</c:v>
                </c:pt>
                <c:pt idx="771">
                  <c:v>28.000000000000004</c:v>
                </c:pt>
                <c:pt idx="772">
                  <c:v>28.000000000000004</c:v>
                </c:pt>
                <c:pt idx="773">
                  <c:v>30</c:v>
                </c:pt>
                <c:pt idx="774">
                  <c:v>26</c:v>
                </c:pt>
                <c:pt idx="775">
                  <c:v>24</c:v>
                </c:pt>
                <c:pt idx="776">
                  <c:v>24</c:v>
                </c:pt>
                <c:pt idx="777">
                  <c:v>24</c:v>
                </c:pt>
                <c:pt idx="778">
                  <c:v>24</c:v>
                </c:pt>
                <c:pt idx="779">
                  <c:v>24</c:v>
                </c:pt>
                <c:pt idx="780">
                  <c:v>24</c:v>
                </c:pt>
                <c:pt idx="781">
                  <c:v>24</c:v>
                </c:pt>
                <c:pt idx="782">
                  <c:v>24</c:v>
                </c:pt>
                <c:pt idx="783">
                  <c:v>24</c:v>
                </c:pt>
                <c:pt idx="784">
                  <c:v>24</c:v>
                </c:pt>
                <c:pt idx="785">
                  <c:v>22</c:v>
                </c:pt>
                <c:pt idx="786">
                  <c:v>20</c:v>
                </c:pt>
                <c:pt idx="787">
                  <c:v>20</c:v>
                </c:pt>
                <c:pt idx="788">
                  <c:v>22</c:v>
                </c:pt>
                <c:pt idx="789">
                  <c:v>20</c:v>
                </c:pt>
                <c:pt idx="790">
                  <c:v>20</c:v>
                </c:pt>
                <c:pt idx="791">
                  <c:v>20</c:v>
                </c:pt>
                <c:pt idx="792">
                  <c:v>22</c:v>
                </c:pt>
                <c:pt idx="793">
                  <c:v>22</c:v>
                </c:pt>
                <c:pt idx="794">
                  <c:v>22</c:v>
                </c:pt>
                <c:pt idx="795">
                  <c:v>22</c:v>
                </c:pt>
                <c:pt idx="796">
                  <c:v>22</c:v>
                </c:pt>
                <c:pt idx="797">
                  <c:v>22</c:v>
                </c:pt>
                <c:pt idx="798">
                  <c:v>24</c:v>
                </c:pt>
                <c:pt idx="799">
                  <c:v>28.000000000000004</c:v>
                </c:pt>
                <c:pt idx="800">
                  <c:v>28.000000000000004</c:v>
                </c:pt>
                <c:pt idx="801">
                  <c:v>30</c:v>
                </c:pt>
                <c:pt idx="802">
                  <c:v>26</c:v>
                </c:pt>
                <c:pt idx="803">
                  <c:v>26</c:v>
                </c:pt>
                <c:pt idx="804">
                  <c:v>26</c:v>
                </c:pt>
                <c:pt idx="805">
                  <c:v>26</c:v>
                </c:pt>
                <c:pt idx="806">
                  <c:v>26</c:v>
                </c:pt>
                <c:pt idx="807">
                  <c:v>26</c:v>
                </c:pt>
                <c:pt idx="808">
                  <c:v>26</c:v>
                </c:pt>
                <c:pt idx="809">
                  <c:v>26</c:v>
                </c:pt>
                <c:pt idx="810">
                  <c:v>26</c:v>
                </c:pt>
                <c:pt idx="811">
                  <c:v>26</c:v>
                </c:pt>
                <c:pt idx="812">
                  <c:v>24</c:v>
                </c:pt>
                <c:pt idx="813">
                  <c:v>24</c:v>
                </c:pt>
                <c:pt idx="814">
                  <c:v>28.000000000000004</c:v>
                </c:pt>
                <c:pt idx="815">
                  <c:v>30</c:v>
                </c:pt>
                <c:pt idx="816">
                  <c:v>32</c:v>
                </c:pt>
                <c:pt idx="817">
                  <c:v>34</c:v>
                </c:pt>
                <c:pt idx="818">
                  <c:v>34</c:v>
                </c:pt>
                <c:pt idx="819">
                  <c:v>34</c:v>
                </c:pt>
                <c:pt idx="820">
                  <c:v>34</c:v>
                </c:pt>
                <c:pt idx="821">
                  <c:v>34</c:v>
                </c:pt>
                <c:pt idx="822">
                  <c:v>34</c:v>
                </c:pt>
                <c:pt idx="823">
                  <c:v>30</c:v>
                </c:pt>
                <c:pt idx="824">
                  <c:v>28.000000000000004</c:v>
                </c:pt>
                <c:pt idx="825">
                  <c:v>28.000000000000004</c:v>
                </c:pt>
                <c:pt idx="826">
                  <c:v>26</c:v>
                </c:pt>
                <c:pt idx="827">
                  <c:v>26</c:v>
                </c:pt>
                <c:pt idx="828">
                  <c:v>24</c:v>
                </c:pt>
                <c:pt idx="829">
                  <c:v>24</c:v>
                </c:pt>
                <c:pt idx="830">
                  <c:v>22</c:v>
                </c:pt>
                <c:pt idx="831">
                  <c:v>20</c:v>
                </c:pt>
                <c:pt idx="832">
                  <c:v>20</c:v>
                </c:pt>
                <c:pt idx="833">
                  <c:v>20</c:v>
                </c:pt>
                <c:pt idx="834">
                  <c:v>20</c:v>
                </c:pt>
                <c:pt idx="835">
                  <c:v>18</c:v>
                </c:pt>
                <c:pt idx="836">
                  <c:v>18</c:v>
                </c:pt>
                <c:pt idx="837">
                  <c:v>16</c:v>
                </c:pt>
                <c:pt idx="838">
                  <c:v>22</c:v>
                </c:pt>
                <c:pt idx="839">
                  <c:v>24</c:v>
                </c:pt>
                <c:pt idx="840">
                  <c:v>30</c:v>
                </c:pt>
                <c:pt idx="841">
                  <c:v>32</c:v>
                </c:pt>
                <c:pt idx="842">
                  <c:v>36</c:v>
                </c:pt>
                <c:pt idx="843">
                  <c:v>36</c:v>
                </c:pt>
                <c:pt idx="844">
                  <c:v>38</c:v>
                </c:pt>
                <c:pt idx="845">
                  <c:v>36</c:v>
                </c:pt>
                <c:pt idx="846">
                  <c:v>32</c:v>
                </c:pt>
                <c:pt idx="847">
                  <c:v>34</c:v>
                </c:pt>
                <c:pt idx="848">
                  <c:v>32</c:v>
                </c:pt>
                <c:pt idx="849">
                  <c:v>32</c:v>
                </c:pt>
                <c:pt idx="850">
                  <c:v>32</c:v>
                </c:pt>
                <c:pt idx="851">
                  <c:v>28.000000000000004</c:v>
                </c:pt>
                <c:pt idx="852">
                  <c:v>30</c:v>
                </c:pt>
                <c:pt idx="853">
                  <c:v>28.000000000000004</c:v>
                </c:pt>
                <c:pt idx="854">
                  <c:v>28.000000000000004</c:v>
                </c:pt>
                <c:pt idx="855">
                  <c:v>26</c:v>
                </c:pt>
                <c:pt idx="856">
                  <c:v>28.000000000000004</c:v>
                </c:pt>
                <c:pt idx="857">
                  <c:v>26</c:v>
                </c:pt>
                <c:pt idx="858">
                  <c:v>26</c:v>
                </c:pt>
                <c:pt idx="859">
                  <c:v>26</c:v>
                </c:pt>
                <c:pt idx="860">
                  <c:v>24</c:v>
                </c:pt>
                <c:pt idx="861">
                  <c:v>24</c:v>
                </c:pt>
                <c:pt idx="862">
                  <c:v>24</c:v>
                </c:pt>
                <c:pt idx="863">
                  <c:v>22</c:v>
                </c:pt>
                <c:pt idx="864">
                  <c:v>22</c:v>
                </c:pt>
                <c:pt idx="865">
                  <c:v>24</c:v>
                </c:pt>
                <c:pt idx="866">
                  <c:v>24</c:v>
                </c:pt>
                <c:pt idx="867">
                  <c:v>22</c:v>
                </c:pt>
                <c:pt idx="868">
                  <c:v>22</c:v>
                </c:pt>
                <c:pt idx="869">
                  <c:v>22</c:v>
                </c:pt>
                <c:pt idx="870">
                  <c:v>22</c:v>
                </c:pt>
                <c:pt idx="871">
                  <c:v>20</c:v>
                </c:pt>
                <c:pt idx="872">
                  <c:v>16</c:v>
                </c:pt>
                <c:pt idx="873">
                  <c:v>16</c:v>
                </c:pt>
                <c:pt idx="874">
                  <c:v>14.000000000000002</c:v>
                </c:pt>
                <c:pt idx="875">
                  <c:v>12</c:v>
                </c:pt>
                <c:pt idx="876">
                  <c:v>12</c:v>
                </c:pt>
                <c:pt idx="877">
                  <c:v>10</c:v>
                </c:pt>
                <c:pt idx="878">
                  <c:v>10</c:v>
                </c:pt>
                <c:pt idx="879">
                  <c:v>8</c:v>
                </c:pt>
                <c:pt idx="880">
                  <c:v>6</c:v>
                </c:pt>
                <c:pt idx="881">
                  <c:v>6</c:v>
                </c:pt>
                <c:pt idx="882">
                  <c:v>6</c:v>
                </c:pt>
                <c:pt idx="883">
                  <c:v>6</c:v>
                </c:pt>
                <c:pt idx="884">
                  <c:v>10</c:v>
                </c:pt>
                <c:pt idx="885">
                  <c:v>12</c:v>
                </c:pt>
                <c:pt idx="886">
                  <c:v>14.000000000000002</c:v>
                </c:pt>
                <c:pt idx="887">
                  <c:v>14.000000000000002</c:v>
                </c:pt>
                <c:pt idx="888">
                  <c:v>18</c:v>
                </c:pt>
                <c:pt idx="889">
                  <c:v>18</c:v>
                </c:pt>
                <c:pt idx="890">
                  <c:v>20</c:v>
                </c:pt>
                <c:pt idx="891">
                  <c:v>20</c:v>
                </c:pt>
                <c:pt idx="892">
                  <c:v>20</c:v>
                </c:pt>
                <c:pt idx="893">
                  <c:v>20</c:v>
                </c:pt>
                <c:pt idx="894">
                  <c:v>18</c:v>
                </c:pt>
                <c:pt idx="895">
                  <c:v>14.000000000000002</c:v>
                </c:pt>
                <c:pt idx="896">
                  <c:v>14.000000000000002</c:v>
                </c:pt>
                <c:pt idx="897">
                  <c:v>14.000000000000002</c:v>
                </c:pt>
                <c:pt idx="898">
                  <c:v>16</c:v>
                </c:pt>
                <c:pt idx="899">
                  <c:v>16</c:v>
                </c:pt>
                <c:pt idx="900">
                  <c:v>14.000000000000002</c:v>
                </c:pt>
                <c:pt idx="901">
                  <c:v>14.000000000000002</c:v>
                </c:pt>
                <c:pt idx="902">
                  <c:v>14.000000000000002</c:v>
                </c:pt>
                <c:pt idx="903">
                  <c:v>14.000000000000002</c:v>
                </c:pt>
                <c:pt idx="904">
                  <c:v>12</c:v>
                </c:pt>
                <c:pt idx="905">
                  <c:v>12</c:v>
                </c:pt>
                <c:pt idx="906">
                  <c:v>10</c:v>
                </c:pt>
                <c:pt idx="907">
                  <c:v>10</c:v>
                </c:pt>
                <c:pt idx="908">
                  <c:v>12</c:v>
                </c:pt>
                <c:pt idx="909">
                  <c:v>12</c:v>
                </c:pt>
                <c:pt idx="910">
                  <c:v>14.000000000000002</c:v>
                </c:pt>
                <c:pt idx="911">
                  <c:v>16</c:v>
                </c:pt>
                <c:pt idx="912">
                  <c:v>18</c:v>
                </c:pt>
                <c:pt idx="913">
                  <c:v>20</c:v>
                </c:pt>
                <c:pt idx="914">
                  <c:v>20</c:v>
                </c:pt>
                <c:pt idx="915">
                  <c:v>20</c:v>
                </c:pt>
                <c:pt idx="916">
                  <c:v>18</c:v>
                </c:pt>
                <c:pt idx="917">
                  <c:v>16</c:v>
                </c:pt>
                <c:pt idx="918">
                  <c:v>14.000000000000002</c:v>
                </c:pt>
                <c:pt idx="919">
                  <c:v>14.000000000000002</c:v>
                </c:pt>
                <c:pt idx="920">
                  <c:v>14.000000000000002</c:v>
                </c:pt>
                <c:pt idx="921">
                  <c:v>12</c:v>
                </c:pt>
                <c:pt idx="922">
                  <c:v>12</c:v>
                </c:pt>
                <c:pt idx="923">
                  <c:v>10</c:v>
                </c:pt>
                <c:pt idx="924">
                  <c:v>10</c:v>
                </c:pt>
                <c:pt idx="925">
                  <c:v>10</c:v>
                </c:pt>
                <c:pt idx="926">
                  <c:v>8</c:v>
                </c:pt>
                <c:pt idx="927">
                  <c:v>10</c:v>
                </c:pt>
                <c:pt idx="928">
                  <c:v>8</c:v>
                </c:pt>
                <c:pt idx="929">
                  <c:v>10</c:v>
                </c:pt>
                <c:pt idx="930">
                  <c:v>12</c:v>
                </c:pt>
                <c:pt idx="931">
                  <c:v>14.000000000000002</c:v>
                </c:pt>
                <c:pt idx="932">
                  <c:v>22</c:v>
                </c:pt>
                <c:pt idx="933">
                  <c:v>22</c:v>
                </c:pt>
                <c:pt idx="934">
                  <c:v>24</c:v>
                </c:pt>
                <c:pt idx="935">
                  <c:v>30</c:v>
                </c:pt>
                <c:pt idx="936">
                  <c:v>32</c:v>
                </c:pt>
                <c:pt idx="937">
                  <c:v>30</c:v>
                </c:pt>
                <c:pt idx="938">
                  <c:v>30</c:v>
                </c:pt>
                <c:pt idx="939">
                  <c:v>28.000000000000004</c:v>
                </c:pt>
                <c:pt idx="940">
                  <c:v>26</c:v>
                </c:pt>
                <c:pt idx="941">
                  <c:v>22</c:v>
                </c:pt>
                <c:pt idx="942">
                  <c:v>20</c:v>
                </c:pt>
                <c:pt idx="943">
                  <c:v>20</c:v>
                </c:pt>
                <c:pt idx="944">
                  <c:v>18</c:v>
                </c:pt>
                <c:pt idx="945">
                  <c:v>16</c:v>
                </c:pt>
                <c:pt idx="946">
                  <c:v>14.000000000000002</c:v>
                </c:pt>
                <c:pt idx="947">
                  <c:v>14.000000000000002</c:v>
                </c:pt>
                <c:pt idx="948">
                  <c:v>12</c:v>
                </c:pt>
                <c:pt idx="949">
                  <c:v>12</c:v>
                </c:pt>
                <c:pt idx="950">
                  <c:v>12</c:v>
                </c:pt>
                <c:pt idx="951">
                  <c:v>12</c:v>
                </c:pt>
                <c:pt idx="952">
                  <c:v>12</c:v>
                </c:pt>
                <c:pt idx="953">
                  <c:v>14.000000000000002</c:v>
                </c:pt>
                <c:pt idx="954">
                  <c:v>16</c:v>
                </c:pt>
                <c:pt idx="955">
                  <c:v>22</c:v>
                </c:pt>
                <c:pt idx="956">
                  <c:v>30</c:v>
                </c:pt>
                <c:pt idx="957">
                  <c:v>30</c:v>
                </c:pt>
                <c:pt idx="958">
                  <c:v>30</c:v>
                </c:pt>
                <c:pt idx="959">
                  <c:v>34</c:v>
                </c:pt>
                <c:pt idx="960">
                  <c:v>34</c:v>
                </c:pt>
                <c:pt idx="961">
                  <c:v>34</c:v>
                </c:pt>
                <c:pt idx="962">
                  <c:v>32</c:v>
                </c:pt>
                <c:pt idx="963">
                  <c:v>28.000000000000004</c:v>
                </c:pt>
                <c:pt idx="964">
                  <c:v>28.000000000000004</c:v>
                </c:pt>
                <c:pt idx="965">
                  <c:v>26</c:v>
                </c:pt>
                <c:pt idx="966">
                  <c:v>26</c:v>
                </c:pt>
                <c:pt idx="967">
                  <c:v>24</c:v>
                </c:pt>
                <c:pt idx="968">
                  <c:v>22</c:v>
                </c:pt>
                <c:pt idx="969">
                  <c:v>20</c:v>
                </c:pt>
                <c:pt idx="970">
                  <c:v>20</c:v>
                </c:pt>
                <c:pt idx="971">
                  <c:v>20</c:v>
                </c:pt>
                <c:pt idx="972">
                  <c:v>20</c:v>
                </c:pt>
                <c:pt idx="973">
                  <c:v>20</c:v>
                </c:pt>
                <c:pt idx="974">
                  <c:v>20</c:v>
                </c:pt>
                <c:pt idx="975">
                  <c:v>22</c:v>
                </c:pt>
                <c:pt idx="976">
                  <c:v>22</c:v>
                </c:pt>
                <c:pt idx="977">
                  <c:v>24</c:v>
                </c:pt>
                <c:pt idx="978">
                  <c:v>30</c:v>
                </c:pt>
                <c:pt idx="979">
                  <c:v>32</c:v>
                </c:pt>
                <c:pt idx="980">
                  <c:v>36</c:v>
                </c:pt>
                <c:pt idx="981">
                  <c:v>38</c:v>
                </c:pt>
                <c:pt idx="982">
                  <c:v>40</c:v>
                </c:pt>
                <c:pt idx="983">
                  <c:v>40</c:v>
                </c:pt>
                <c:pt idx="984">
                  <c:v>42</c:v>
                </c:pt>
                <c:pt idx="985">
                  <c:v>42</c:v>
                </c:pt>
                <c:pt idx="986">
                  <c:v>40</c:v>
                </c:pt>
                <c:pt idx="987">
                  <c:v>40</c:v>
                </c:pt>
                <c:pt idx="988">
                  <c:v>40</c:v>
                </c:pt>
                <c:pt idx="989">
                  <c:v>40</c:v>
                </c:pt>
                <c:pt idx="990">
                  <c:v>40</c:v>
                </c:pt>
                <c:pt idx="991">
                  <c:v>40</c:v>
                </c:pt>
                <c:pt idx="992">
                  <c:v>38</c:v>
                </c:pt>
                <c:pt idx="993">
                  <c:v>38</c:v>
                </c:pt>
                <c:pt idx="994">
                  <c:v>36</c:v>
                </c:pt>
                <c:pt idx="995">
                  <c:v>34</c:v>
                </c:pt>
                <c:pt idx="996">
                  <c:v>32</c:v>
                </c:pt>
                <c:pt idx="997">
                  <c:v>32</c:v>
                </c:pt>
                <c:pt idx="998">
                  <c:v>34</c:v>
                </c:pt>
                <c:pt idx="999">
                  <c:v>34</c:v>
                </c:pt>
              </c:numCache>
            </c:numRef>
          </c:xVal>
          <c:yVal>
            <c:numRef>
              <c:f>pivot!$AL$4:$AL$1003</c:f>
              <c:numCache>
                <c:formatCode>0</c:formatCode>
                <c:ptCount val="1000"/>
                <c:pt idx="0">
                  <c:v>16</c:v>
                </c:pt>
                <c:pt idx="1">
                  <c:v>40</c:v>
                </c:pt>
                <c:pt idx="2">
                  <c:v>32</c:v>
                </c:pt>
                <c:pt idx="3">
                  <c:v>13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8</c:v>
                </c:pt>
                <c:pt idx="9">
                  <c:v>14</c:v>
                </c:pt>
                <c:pt idx="10">
                  <c:v>36</c:v>
                </c:pt>
                <c:pt idx="11">
                  <c:v>56</c:v>
                </c:pt>
                <c:pt idx="12">
                  <c:v>84</c:v>
                </c:pt>
                <c:pt idx="13">
                  <c:v>94</c:v>
                </c:pt>
                <c:pt idx="14">
                  <c:v>106</c:v>
                </c:pt>
                <c:pt idx="15">
                  <c:v>110</c:v>
                </c:pt>
                <c:pt idx="16">
                  <c:v>93</c:v>
                </c:pt>
                <c:pt idx="17">
                  <c:v>67</c:v>
                </c:pt>
                <c:pt idx="18">
                  <c:v>35</c:v>
                </c:pt>
                <c:pt idx="19">
                  <c:v>37</c:v>
                </c:pt>
                <c:pt idx="20">
                  <c:v>36</c:v>
                </c:pt>
                <c:pt idx="21">
                  <c:v>34</c:v>
                </c:pt>
                <c:pt idx="22">
                  <c:v>28</c:v>
                </c:pt>
                <c:pt idx="23">
                  <c:v>39</c:v>
                </c:pt>
                <c:pt idx="24">
                  <c:v>17</c:v>
                </c:pt>
                <c:pt idx="25">
                  <c:v>17</c:v>
                </c:pt>
                <c:pt idx="26">
                  <c:v>9</c:v>
                </c:pt>
                <c:pt idx="27">
                  <c:v>6</c:v>
                </c:pt>
                <c:pt idx="28">
                  <c:v>3</c:v>
                </c:pt>
                <c:pt idx="29">
                  <c:v>2</c:v>
                </c:pt>
                <c:pt idx="30">
                  <c:v>1</c:v>
                </c:pt>
                <c:pt idx="31">
                  <c:v>8</c:v>
                </c:pt>
                <c:pt idx="32">
                  <c:v>20</c:v>
                </c:pt>
                <c:pt idx="33">
                  <c:v>53</c:v>
                </c:pt>
                <c:pt idx="34">
                  <c:v>70</c:v>
                </c:pt>
                <c:pt idx="35">
                  <c:v>93</c:v>
                </c:pt>
                <c:pt idx="36">
                  <c:v>75</c:v>
                </c:pt>
                <c:pt idx="37">
                  <c:v>59</c:v>
                </c:pt>
                <c:pt idx="38">
                  <c:v>74</c:v>
                </c:pt>
                <c:pt idx="39">
                  <c:v>76</c:v>
                </c:pt>
                <c:pt idx="40">
                  <c:v>65</c:v>
                </c:pt>
                <c:pt idx="41">
                  <c:v>53</c:v>
                </c:pt>
                <c:pt idx="42">
                  <c:v>30</c:v>
                </c:pt>
                <c:pt idx="43">
                  <c:v>22</c:v>
                </c:pt>
                <c:pt idx="44">
                  <c:v>31</c:v>
                </c:pt>
                <c:pt idx="45">
                  <c:v>9</c:v>
                </c:pt>
                <c:pt idx="46">
                  <c:v>8</c:v>
                </c:pt>
                <c:pt idx="47">
                  <c:v>5</c:v>
                </c:pt>
                <c:pt idx="48">
                  <c:v>2</c:v>
                </c:pt>
                <c:pt idx="49">
                  <c:v>1</c:v>
                </c:pt>
                <c:pt idx="50">
                  <c:v>3</c:v>
                </c:pt>
                <c:pt idx="51">
                  <c:v>30</c:v>
                </c:pt>
                <c:pt idx="52">
                  <c:v>64</c:v>
                </c:pt>
                <c:pt idx="53">
                  <c:v>154</c:v>
                </c:pt>
                <c:pt idx="54">
                  <c:v>88</c:v>
                </c:pt>
                <c:pt idx="55">
                  <c:v>44</c:v>
                </c:pt>
                <c:pt idx="56">
                  <c:v>51</c:v>
                </c:pt>
                <c:pt idx="57">
                  <c:v>61</c:v>
                </c:pt>
                <c:pt idx="58">
                  <c:v>61</c:v>
                </c:pt>
                <c:pt idx="59">
                  <c:v>77</c:v>
                </c:pt>
                <c:pt idx="60">
                  <c:v>72</c:v>
                </c:pt>
                <c:pt idx="61">
                  <c:v>76</c:v>
                </c:pt>
                <c:pt idx="62">
                  <c:v>157</c:v>
                </c:pt>
                <c:pt idx="63">
                  <c:v>157</c:v>
                </c:pt>
                <c:pt idx="64">
                  <c:v>110</c:v>
                </c:pt>
                <c:pt idx="65">
                  <c:v>52</c:v>
                </c:pt>
                <c:pt idx="66">
                  <c:v>52</c:v>
                </c:pt>
                <c:pt idx="67">
                  <c:v>20</c:v>
                </c:pt>
                <c:pt idx="68">
                  <c:v>12</c:v>
                </c:pt>
                <c:pt idx="69">
                  <c:v>5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4</c:v>
                </c:pt>
                <c:pt idx="74">
                  <c:v>36</c:v>
                </c:pt>
                <c:pt idx="75">
                  <c:v>94</c:v>
                </c:pt>
                <c:pt idx="76">
                  <c:v>179</c:v>
                </c:pt>
                <c:pt idx="77">
                  <c:v>100</c:v>
                </c:pt>
                <c:pt idx="78">
                  <c:v>42</c:v>
                </c:pt>
                <c:pt idx="79">
                  <c:v>57</c:v>
                </c:pt>
                <c:pt idx="80">
                  <c:v>78</c:v>
                </c:pt>
                <c:pt idx="81">
                  <c:v>97</c:v>
                </c:pt>
                <c:pt idx="82">
                  <c:v>63</c:v>
                </c:pt>
                <c:pt idx="83">
                  <c:v>65</c:v>
                </c:pt>
                <c:pt idx="84">
                  <c:v>83</c:v>
                </c:pt>
                <c:pt idx="85">
                  <c:v>212</c:v>
                </c:pt>
                <c:pt idx="86">
                  <c:v>182</c:v>
                </c:pt>
                <c:pt idx="87">
                  <c:v>112</c:v>
                </c:pt>
                <c:pt idx="88">
                  <c:v>54</c:v>
                </c:pt>
                <c:pt idx="89">
                  <c:v>48</c:v>
                </c:pt>
                <c:pt idx="90">
                  <c:v>35</c:v>
                </c:pt>
                <c:pt idx="91">
                  <c:v>11</c:v>
                </c:pt>
                <c:pt idx="92">
                  <c:v>6</c:v>
                </c:pt>
                <c:pt idx="93">
                  <c:v>6</c:v>
                </c:pt>
                <c:pt idx="94">
                  <c:v>2</c:v>
                </c:pt>
                <c:pt idx="95">
                  <c:v>2</c:v>
                </c:pt>
                <c:pt idx="96">
                  <c:v>3</c:v>
                </c:pt>
                <c:pt idx="97">
                  <c:v>33</c:v>
                </c:pt>
                <c:pt idx="98">
                  <c:v>88</c:v>
                </c:pt>
                <c:pt idx="99">
                  <c:v>195</c:v>
                </c:pt>
                <c:pt idx="100">
                  <c:v>115</c:v>
                </c:pt>
                <c:pt idx="101">
                  <c:v>57</c:v>
                </c:pt>
                <c:pt idx="102">
                  <c:v>46</c:v>
                </c:pt>
                <c:pt idx="103">
                  <c:v>79</c:v>
                </c:pt>
                <c:pt idx="104">
                  <c:v>71</c:v>
                </c:pt>
                <c:pt idx="105">
                  <c:v>62</c:v>
                </c:pt>
                <c:pt idx="106">
                  <c:v>62</c:v>
                </c:pt>
                <c:pt idx="107">
                  <c:v>89</c:v>
                </c:pt>
                <c:pt idx="108">
                  <c:v>190</c:v>
                </c:pt>
                <c:pt idx="109">
                  <c:v>169</c:v>
                </c:pt>
                <c:pt idx="110">
                  <c:v>132</c:v>
                </c:pt>
                <c:pt idx="111">
                  <c:v>89</c:v>
                </c:pt>
                <c:pt idx="112">
                  <c:v>43</c:v>
                </c:pt>
                <c:pt idx="113">
                  <c:v>42</c:v>
                </c:pt>
                <c:pt idx="114">
                  <c:v>19</c:v>
                </c:pt>
                <c:pt idx="115">
                  <c:v>11</c:v>
                </c:pt>
                <c:pt idx="116">
                  <c:v>4</c:v>
                </c:pt>
                <c:pt idx="117">
                  <c:v>2</c:v>
                </c:pt>
                <c:pt idx="118">
                  <c:v>1</c:v>
                </c:pt>
                <c:pt idx="119">
                  <c:v>4</c:v>
                </c:pt>
                <c:pt idx="120">
                  <c:v>36</c:v>
                </c:pt>
                <c:pt idx="121">
                  <c:v>95</c:v>
                </c:pt>
                <c:pt idx="122">
                  <c:v>219</c:v>
                </c:pt>
                <c:pt idx="123">
                  <c:v>122</c:v>
                </c:pt>
                <c:pt idx="124">
                  <c:v>45</c:v>
                </c:pt>
                <c:pt idx="125">
                  <c:v>59</c:v>
                </c:pt>
                <c:pt idx="126">
                  <c:v>84</c:v>
                </c:pt>
                <c:pt idx="127">
                  <c:v>67</c:v>
                </c:pt>
                <c:pt idx="128">
                  <c:v>70</c:v>
                </c:pt>
                <c:pt idx="129">
                  <c:v>62</c:v>
                </c:pt>
                <c:pt idx="130">
                  <c:v>86</c:v>
                </c:pt>
                <c:pt idx="131">
                  <c:v>172</c:v>
                </c:pt>
                <c:pt idx="132">
                  <c:v>163</c:v>
                </c:pt>
                <c:pt idx="133">
                  <c:v>112</c:v>
                </c:pt>
                <c:pt idx="134">
                  <c:v>69</c:v>
                </c:pt>
                <c:pt idx="135">
                  <c:v>48</c:v>
                </c:pt>
                <c:pt idx="136">
                  <c:v>52</c:v>
                </c:pt>
                <c:pt idx="137">
                  <c:v>23</c:v>
                </c:pt>
                <c:pt idx="138">
                  <c:v>17</c:v>
                </c:pt>
                <c:pt idx="139">
                  <c:v>7</c:v>
                </c:pt>
                <c:pt idx="140">
                  <c:v>1</c:v>
                </c:pt>
                <c:pt idx="141">
                  <c:v>1</c:v>
                </c:pt>
                <c:pt idx="142">
                  <c:v>5</c:v>
                </c:pt>
                <c:pt idx="143">
                  <c:v>34</c:v>
                </c:pt>
                <c:pt idx="144">
                  <c:v>84</c:v>
                </c:pt>
                <c:pt idx="145">
                  <c:v>210</c:v>
                </c:pt>
                <c:pt idx="146">
                  <c:v>134</c:v>
                </c:pt>
                <c:pt idx="147">
                  <c:v>63</c:v>
                </c:pt>
                <c:pt idx="148">
                  <c:v>67</c:v>
                </c:pt>
                <c:pt idx="149">
                  <c:v>59</c:v>
                </c:pt>
                <c:pt idx="150">
                  <c:v>73</c:v>
                </c:pt>
                <c:pt idx="151">
                  <c:v>50</c:v>
                </c:pt>
                <c:pt idx="152">
                  <c:v>72</c:v>
                </c:pt>
                <c:pt idx="153">
                  <c:v>87</c:v>
                </c:pt>
                <c:pt idx="154">
                  <c:v>187</c:v>
                </c:pt>
                <c:pt idx="155">
                  <c:v>123</c:v>
                </c:pt>
                <c:pt idx="156">
                  <c:v>95</c:v>
                </c:pt>
                <c:pt idx="157">
                  <c:v>51</c:v>
                </c:pt>
                <c:pt idx="158">
                  <c:v>39</c:v>
                </c:pt>
                <c:pt idx="159">
                  <c:v>36</c:v>
                </c:pt>
                <c:pt idx="160">
                  <c:v>15</c:v>
                </c:pt>
                <c:pt idx="161">
                  <c:v>25</c:v>
                </c:pt>
                <c:pt idx="162">
                  <c:v>16</c:v>
                </c:pt>
                <c:pt idx="163">
                  <c:v>16</c:v>
                </c:pt>
                <c:pt idx="164">
                  <c:v>7</c:v>
                </c:pt>
                <c:pt idx="165">
                  <c:v>1</c:v>
                </c:pt>
                <c:pt idx="166">
                  <c:v>5</c:v>
                </c:pt>
                <c:pt idx="167">
                  <c:v>2</c:v>
                </c:pt>
                <c:pt idx="168">
                  <c:v>9</c:v>
                </c:pt>
                <c:pt idx="169">
                  <c:v>15</c:v>
                </c:pt>
                <c:pt idx="170">
                  <c:v>20</c:v>
                </c:pt>
                <c:pt idx="171">
                  <c:v>61</c:v>
                </c:pt>
                <c:pt idx="172">
                  <c:v>62</c:v>
                </c:pt>
                <c:pt idx="173">
                  <c:v>98</c:v>
                </c:pt>
                <c:pt idx="174">
                  <c:v>102</c:v>
                </c:pt>
                <c:pt idx="175">
                  <c:v>95</c:v>
                </c:pt>
                <c:pt idx="176">
                  <c:v>74</c:v>
                </c:pt>
                <c:pt idx="177">
                  <c:v>76</c:v>
                </c:pt>
                <c:pt idx="178">
                  <c:v>69</c:v>
                </c:pt>
                <c:pt idx="179">
                  <c:v>55</c:v>
                </c:pt>
                <c:pt idx="180">
                  <c:v>30</c:v>
                </c:pt>
                <c:pt idx="181">
                  <c:v>28</c:v>
                </c:pt>
                <c:pt idx="182">
                  <c:v>37</c:v>
                </c:pt>
                <c:pt idx="183">
                  <c:v>34</c:v>
                </c:pt>
                <c:pt idx="184">
                  <c:v>22</c:v>
                </c:pt>
                <c:pt idx="185">
                  <c:v>25</c:v>
                </c:pt>
                <c:pt idx="186">
                  <c:v>12</c:v>
                </c:pt>
                <c:pt idx="187">
                  <c:v>11</c:v>
                </c:pt>
                <c:pt idx="188">
                  <c:v>4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6</c:v>
                </c:pt>
                <c:pt idx="193">
                  <c:v>10</c:v>
                </c:pt>
                <c:pt idx="194">
                  <c:v>19</c:v>
                </c:pt>
                <c:pt idx="195">
                  <c:v>49</c:v>
                </c:pt>
                <c:pt idx="196">
                  <c:v>49</c:v>
                </c:pt>
                <c:pt idx="197">
                  <c:v>83</c:v>
                </c:pt>
                <c:pt idx="198">
                  <c:v>75</c:v>
                </c:pt>
                <c:pt idx="199">
                  <c:v>72</c:v>
                </c:pt>
                <c:pt idx="200">
                  <c:v>82</c:v>
                </c:pt>
                <c:pt idx="201">
                  <c:v>92</c:v>
                </c:pt>
                <c:pt idx="202">
                  <c:v>62</c:v>
                </c:pt>
                <c:pt idx="203">
                  <c:v>48</c:v>
                </c:pt>
                <c:pt idx="204">
                  <c:v>41</c:v>
                </c:pt>
                <c:pt idx="205">
                  <c:v>38</c:v>
                </c:pt>
                <c:pt idx="206">
                  <c:v>20</c:v>
                </c:pt>
                <c:pt idx="207">
                  <c:v>15</c:v>
                </c:pt>
                <c:pt idx="208">
                  <c:v>6</c:v>
                </c:pt>
                <c:pt idx="209">
                  <c:v>5</c:v>
                </c:pt>
                <c:pt idx="210">
                  <c:v>1</c:v>
                </c:pt>
                <c:pt idx="211">
                  <c:v>3</c:v>
                </c:pt>
                <c:pt idx="212">
                  <c:v>1</c:v>
                </c:pt>
                <c:pt idx="213">
                  <c:v>3</c:v>
                </c:pt>
                <c:pt idx="214">
                  <c:v>3</c:v>
                </c:pt>
                <c:pt idx="215">
                  <c:v>31</c:v>
                </c:pt>
                <c:pt idx="216">
                  <c:v>77</c:v>
                </c:pt>
                <c:pt idx="217">
                  <c:v>188</c:v>
                </c:pt>
                <c:pt idx="218">
                  <c:v>94</c:v>
                </c:pt>
                <c:pt idx="219">
                  <c:v>31</c:v>
                </c:pt>
                <c:pt idx="220">
                  <c:v>30</c:v>
                </c:pt>
                <c:pt idx="221">
                  <c:v>52</c:v>
                </c:pt>
                <c:pt idx="222">
                  <c:v>54</c:v>
                </c:pt>
                <c:pt idx="223">
                  <c:v>47</c:v>
                </c:pt>
                <c:pt idx="224">
                  <c:v>45</c:v>
                </c:pt>
                <c:pt idx="225">
                  <c:v>74</c:v>
                </c:pt>
                <c:pt idx="226">
                  <c:v>178</c:v>
                </c:pt>
                <c:pt idx="227">
                  <c:v>155</c:v>
                </c:pt>
                <c:pt idx="228">
                  <c:v>95</c:v>
                </c:pt>
                <c:pt idx="229">
                  <c:v>74</c:v>
                </c:pt>
                <c:pt idx="230">
                  <c:v>38</c:v>
                </c:pt>
                <c:pt idx="231">
                  <c:v>24</c:v>
                </c:pt>
                <c:pt idx="232">
                  <c:v>18</c:v>
                </c:pt>
                <c:pt idx="233">
                  <c:v>12</c:v>
                </c:pt>
                <c:pt idx="234">
                  <c:v>3</c:v>
                </c:pt>
                <c:pt idx="235">
                  <c:v>3</c:v>
                </c:pt>
                <c:pt idx="236">
                  <c:v>6</c:v>
                </c:pt>
                <c:pt idx="237">
                  <c:v>27</c:v>
                </c:pt>
                <c:pt idx="238">
                  <c:v>99</c:v>
                </c:pt>
                <c:pt idx="239">
                  <c:v>217</c:v>
                </c:pt>
                <c:pt idx="240">
                  <c:v>130</c:v>
                </c:pt>
                <c:pt idx="241">
                  <c:v>54</c:v>
                </c:pt>
                <c:pt idx="242">
                  <c:v>35</c:v>
                </c:pt>
                <c:pt idx="243">
                  <c:v>57</c:v>
                </c:pt>
                <c:pt idx="244">
                  <c:v>52</c:v>
                </c:pt>
                <c:pt idx="245">
                  <c:v>63</c:v>
                </c:pt>
                <c:pt idx="246">
                  <c:v>47</c:v>
                </c:pt>
                <c:pt idx="247">
                  <c:v>76</c:v>
                </c:pt>
                <c:pt idx="248">
                  <c:v>136</c:v>
                </c:pt>
                <c:pt idx="249">
                  <c:v>95</c:v>
                </c:pt>
                <c:pt idx="250">
                  <c:v>51</c:v>
                </c:pt>
                <c:pt idx="251">
                  <c:v>32</c:v>
                </c:pt>
                <c:pt idx="252">
                  <c:v>20</c:v>
                </c:pt>
                <c:pt idx="253">
                  <c:v>29</c:v>
                </c:pt>
                <c:pt idx="254">
                  <c:v>19</c:v>
                </c:pt>
                <c:pt idx="255">
                  <c:v>7</c:v>
                </c:pt>
                <c:pt idx="256">
                  <c:v>6</c:v>
                </c:pt>
                <c:pt idx="257">
                  <c:v>1</c:v>
                </c:pt>
                <c:pt idx="258">
                  <c:v>5</c:v>
                </c:pt>
                <c:pt idx="259">
                  <c:v>16</c:v>
                </c:pt>
                <c:pt idx="260">
                  <c:v>54</c:v>
                </c:pt>
                <c:pt idx="261">
                  <c:v>128</c:v>
                </c:pt>
                <c:pt idx="262">
                  <c:v>81</c:v>
                </c:pt>
                <c:pt idx="263">
                  <c:v>39</c:v>
                </c:pt>
                <c:pt idx="264">
                  <c:v>35</c:v>
                </c:pt>
                <c:pt idx="265">
                  <c:v>55</c:v>
                </c:pt>
                <c:pt idx="266">
                  <c:v>49</c:v>
                </c:pt>
                <c:pt idx="267">
                  <c:v>44</c:v>
                </c:pt>
                <c:pt idx="268">
                  <c:v>49</c:v>
                </c:pt>
                <c:pt idx="269">
                  <c:v>68</c:v>
                </c:pt>
                <c:pt idx="270">
                  <c:v>139</c:v>
                </c:pt>
                <c:pt idx="271">
                  <c:v>137</c:v>
                </c:pt>
                <c:pt idx="272">
                  <c:v>83</c:v>
                </c:pt>
                <c:pt idx="273">
                  <c:v>56</c:v>
                </c:pt>
                <c:pt idx="274">
                  <c:v>57</c:v>
                </c:pt>
                <c:pt idx="275">
                  <c:v>33</c:v>
                </c:pt>
                <c:pt idx="276">
                  <c:v>20</c:v>
                </c:pt>
                <c:pt idx="277">
                  <c:v>7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4</c:v>
                </c:pt>
                <c:pt idx="282">
                  <c:v>3</c:v>
                </c:pt>
                <c:pt idx="283">
                  <c:v>28</c:v>
                </c:pt>
                <c:pt idx="284">
                  <c:v>72</c:v>
                </c:pt>
                <c:pt idx="285">
                  <c:v>202</c:v>
                </c:pt>
                <c:pt idx="286">
                  <c:v>139</c:v>
                </c:pt>
                <c:pt idx="287">
                  <c:v>38</c:v>
                </c:pt>
                <c:pt idx="288">
                  <c:v>37</c:v>
                </c:pt>
                <c:pt idx="289">
                  <c:v>52</c:v>
                </c:pt>
                <c:pt idx="290">
                  <c:v>83</c:v>
                </c:pt>
                <c:pt idx="291">
                  <c:v>42</c:v>
                </c:pt>
                <c:pt idx="292">
                  <c:v>60</c:v>
                </c:pt>
                <c:pt idx="293">
                  <c:v>78</c:v>
                </c:pt>
                <c:pt idx="294">
                  <c:v>162</c:v>
                </c:pt>
                <c:pt idx="295">
                  <c:v>144</c:v>
                </c:pt>
                <c:pt idx="296">
                  <c:v>99</c:v>
                </c:pt>
                <c:pt idx="297">
                  <c:v>64</c:v>
                </c:pt>
                <c:pt idx="298">
                  <c:v>40</c:v>
                </c:pt>
                <c:pt idx="299">
                  <c:v>30</c:v>
                </c:pt>
                <c:pt idx="300">
                  <c:v>15</c:v>
                </c:pt>
                <c:pt idx="301">
                  <c:v>14</c:v>
                </c:pt>
                <c:pt idx="302">
                  <c:v>5</c:v>
                </c:pt>
                <c:pt idx="303">
                  <c:v>1</c:v>
                </c:pt>
                <c:pt idx="304">
                  <c:v>1</c:v>
                </c:pt>
                <c:pt idx="305">
                  <c:v>8</c:v>
                </c:pt>
                <c:pt idx="306">
                  <c:v>17</c:v>
                </c:pt>
                <c:pt idx="307">
                  <c:v>70</c:v>
                </c:pt>
                <c:pt idx="308">
                  <c:v>158</c:v>
                </c:pt>
                <c:pt idx="309">
                  <c:v>117</c:v>
                </c:pt>
                <c:pt idx="310">
                  <c:v>44</c:v>
                </c:pt>
                <c:pt idx="311">
                  <c:v>53</c:v>
                </c:pt>
                <c:pt idx="312">
                  <c:v>61</c:v>
                </c:pt>
                <c:pt idx="313">
                  <c:v>77</c:v>
                </c:pt>
                <c:pt idx="314">
                  <c:v>64</c:v>
                </c:pt>
                <c:pt idx="315">
                  <c:v>68</c:v>
                </c:pt>
                <c:pt idx="316">
                  <c:v>90</c:v>
                </c:pt>
                <c:pt idx="317">
                  <c:v>159</c:v>
                </c:pt>
                <c:pt idx="318">
                  <c:v>139</c:v>
                </c:pt>
                <c:pt idx="319">
                  <c:v>92</c:v>
                </c:pt>
                <c:pt idx="320">
                  <c:v>68</c:v>
                </c:pt>
                <c:pt idx="321">
                  <c:v>52</c:v>
                </c:pt>
                <c:pt idx="322">
                  <c:v>36</c:v>
                </c:pt>
                <c:pt idx="323">
                  <c:v>27</c:v>
                </c:pt>
                <c:pt idx="324">
                  <c:v>28</c:v>
                </c:pt>
                <c:pt idx="325">
                  <c:v>20</c:v>
                </c:pt>
                <c:pt idx="326">
                  <c:v>12</c:v>
                </c:pt>
                <c:pt idx="327">
                  <c:v>8</c:v>
                </c:pt>
                <c:pt idx="328">
                  <c:v>5</c:v>
                </c:pt>
                <c:pt idx="329">
                  <c:v>1</c:v>
                </c:pt>
                <c:pt idx="330">
                  <c:v>3</c:v>
                </c:pt>
                <c:pt idx="331">
                  <c:v>10</c:v>
                </c:pt>
                <c:pt idx="332">
                  <c:v>23</c:v>
                </c:pt>
                <c:pt idx="333">
                  <c:v>33</c:v>
                </c:pt>
                <c:pt idx="334">
                  <c:v>59</c:v>
                </c:pt>
                <c:pt idx="335">
                  <c:v>72</c:v>
                </c:pt>
                <c:pt idx="336">
                  <c:v>89</c:v>
                </c:pt>
                <c:pt idx="337">
                  <c:v>101</c:v>
                </c:pt>
                <c:pt idx="338">
                  <c:v>118</c:v>
                </c:pt>
                <c:pt idx="339">
                  <c:v>129</c:v>
                </c:pt>
                <c:pt idx="340">
                  <c:v>128</c:v>
                </c:pt>
                <c:pt idx="341">
                  <c:v>83</c:v>
                </c:pt>
                <c:pt idx="342">
                  <c:v>84</c:v>
                </c:pt>
                <c:pt idx="343">
                  <c:v>74</c:v>
                </c:pt>
                <c:pt idx="344">
                  <c:v>41</c:v>
                </c:pt>
                <c:pt idx="345">
                  <c:v>57</c:v>
                </c:pt>
                <c:pt idx="346">
                  <c:v>26</c:v>
                </c:pt>
                <c:pt idx="347">
                  <c:v>44</c:v>
                </c:pt>
                <c:pt idx="348">
                  <c:v>39</c:v>
                </c:pt>
                <c:pt idx="349">
                  <c:v>23</c:v>
                </c:pt>
                <c:pt idx="350">
                  <c:v>16</c:v>
                </c:pt>
                <c:pt idx="351">
                  <c:v>15</c:v>
                </c:pt>
                <c:pt idx="352">
                  <c:v>1</c:v>
                </c:pt>
                <c:pt idx="353">
                  <c:v>2</c:v>
                </c:pt>
                <c:pt idx="354">
                  <c:v>1</c:v>
                </c:pt>
                <c:pt idx="355">
                  <c:v>3</c:v>
                </c:pt>
                <c:pt idx="356">
                  <c:v>18</c:v>
                </c:pt>
                <c:pt idx="357">
                  <c:v>32</c:v>
                </c:pt>
                <c:pt idx="358">
                  <c:v>79</c:v>
                </c:pt>
                <c:pt idx="359">
                  <c:v>93</c:v>
                </c:pt>
                <c:pt idx="360">
                  <c:v>104</c:v>
                </c:pt>
                <c:pt idx="361">
                  <c:v>118</c:v>
                </c:pt>
                <c:pt idx="362">
                  <c:v>91</c:v>
                </c:pt>
                <c:pt idx="363">
                  <c:v>113</c:v>
                </c:pt>
                <c:pt idx="364">
                  <c:v>99</c:v>
                </c:pt>
                <c:pt idx="365">
                  <c:v>105</c:v>
                </c:pt>
                <c:pt idx="366">
                  <c:v>67</c:v>
                </c:pt>
                <c:pt idx="367">
                  <c:v>61</c:v>
                </c:pt>
                <c:pt idx="368">
                  <c:v>57</c:v>
                </c:pt>
                <c:pt idx="369">
                  <c:v>28</c:v>
                </c:pt>
                <c:pt idx="370">
                  <c:v>21</c:v>
                </c:pt>
                <c:pt idx="371">
                  <c:v>18</c:v>
                </c:pt>
                <c:pt idx="372">
                  <c:v>17</c:v>
                </c:pt>
                <c:pt idx="373">
                  <c:v>16</c:v>
                </c:pt>
                <c:pt idx="374">
                  <c:v>8</c:v>
                </c:pt>
                <c:pt idx="375">
                  <c:v>2</c:v>
                </c:pt>
                <c:pt idx="376">
                  <c:v>3</c:v>
                </c:pt>
                <c:pt idx="377">
                  <c:v>1</c:v>
                </c:pt>
                <c:pt idx="378">
                  <c:v>5</c:v>
                </c:pt>
                <c:pt idx="379">
                  <c:v>13</c:v>
                </c:pt>
                <c:pt idx="380">
                  <c:v>33</c:v>
                </c:pt>
                <c:pt idx="381">
                  <c:v>47</c:v>
                </c:pt>
                <c:pt idx="382">
                  <c:v>57</c:v>
                </c:pt>
                <c:pt idx="383">
                  <c:v>64</c:v>
                </c:pt>
                <c:pt idx="384">
                  <c:v>80</c:v>
                </c:pt>
                <c:pt idx="385">
                  <c:v>93</c:v>
                </c:pt>
                <c:pt idx="386">
                  <c:v>86</c:v>
                </c:pt>
                <c:pt idx="387">
                  <c:v>93</c:v>
                </c:pt>
                <c:pt idx="388">
                  <c:v>82</c:v>
                </c:pt>
                <c:pt idx="389">
                  <c:v>71</c:v>
                </c:pt>
                <c:pt idx="390">
                  <c:v>92</c:v>
                </c:pt>
                <c:pt idx="391">
                  <c:v>60</c:v>
                </c:pt>
                <c:pt idx="392">
                  <c:v>33</c:v>
                </c:pt>
                <c:pt idx="393">
                  <c:v>27</c:v>
                </c:pt>
                <c:pt idx="394">
                  <c:v>13</c:v>
                </c:pt>
                <c:pt idx="395">
                  <c:v>4</c:v>
                </c:pt>
                <c:pt idx="396">
                  <c:v>3</c:v>
                </c:pt>
                <c:pt idx="397">
                  <c:v>22</c:v>
                </c:pt>
                <c:pt idx="398">
                  <c:v>28</c:v>
                </c:pt>
                <c:pt idx="399">
                  <c:v>35</c:v>
                </c:pt>
                <c:pt idx="400">
                  <c:v>61</c:v>
                </c:pt>
                <c:pt idx="401">
                  <c:v>125</c:v>
                </c:pt>
                <c:pt idx="402">
                  <c:v>133</c:v>
                </c:pt>
                <c:pt idx="403">
                  <c:v>99</c:v>
                </c:pt>
                <c:pt idx="404">
                  <c:v>83</c:v>
                </c:pt>
                <c:pt idx="405">
                  <c:v>41</c:v>
                </c:pt>
                <c:pt idx="406">
                  <c:v>33</c:v>
                </c:pt>
                <c:pt idx="407">
                  <c:v>20</c:v>
                </c:pt>
                <c:pt idx="408">
                  <c:v>3</c:v>
                </c:pt>
                <c:pt idx="409">
                  <c:v>7</c:v>
                </c:pt>
                <c:pt idx="410">
                  <c:v>3</c:v>
                </c:pt>
                <c:pt idx="411">
                  <c:v>2</c:v>
                </c:pt>
                <c:pt idx="412">
                  <c:v>7</c:v>
                </c:pt>
                <c:pt idx="413">
                  <c:v>32</c:v>
                </c:pt>
                <c:pt idx="414">
                  <c:v>90</c:v>
                </c:pt>
                <c:pt idx="415">
                  <c:v>197</c:v>
                </c:pt>
                <c:pt idx="416">
                  <c:v>109</c:v>
                </c:pt>
                <c:pt idx="417">
                  <c:v>47</c:v>
                </c:pt>
                <c:pt idx="418">
                  <c:v>52</c:v>
                </c:pt>
                <c:pt idx="419">
                  <c:v>70</c:v>
                </c:pt>
                <c:pt idx="420">
                  <c:v>78</c:v>
                </c:pt>
                <c:pt idx="421">
                  <c:v>75</c:v>
                </c:pt>
                <c:pt idx="422">
                  <c:v>82</c:v>
                </c:pt>
                <c:pt idx="423">
                  <c:v>104</c:v>
                </c:pt>
                <c:pt idx="424">
                  <c:v>197</c:v>
                </c:pt>
                <c:pt idx="425">
                  <c:v>161</c:v>
                </c:pt>
                <c:pt idx="426">
                  <c:v>112</c:v>
                </c:pt>
                <c:pt idx="427">
                  <c:v>76</c:v>
                </c:pt>
                <c:pt idx="428">
                  <c:v>59</c:v>
                </c:pt>
                <c:pt idx="429">
                  <c:v>59</c:v>
                </c:pt>
                <c:pt idx="430">
                  <c:v>28</c:v>
                </c:pt>
                <c:pt idx="431">
                  <c:v>13</c:v>
                </c:pt>
                <c:pt idx="432">
                  <c:v>5</c:v>
                </c:pt>
                <c:pt idx="433">
                  <c:v>2</c:v>
                </c:pt>
                <c:pt idx="434">
                  <c:v>1</c:v>
                </c:pt>
                <c:pt idx="435">
                  <c:v>1</c:v>
                </c:pt>
                <c:pt idx="436">
                  <c:v>6</c:v>
                </c:pt>
                <c:pt idx="437">
                  <c:v>35</c:v>
                </c:pt>
                <c:pt idx="438">
                  <c:v>101</c:v>
                </c:pt>
                <c:pt idx="439">
                  <c:v>249</c:v>
                </c:pt>
                <c:pt idx="440">
                  <c:v>143</c:v>
                </c:pt>
                <c:pt idx="441">
                  <c:v>57</c:v>
                </c:pt>
                <c:pt idx="442">
                  <c:v>68</c:v>
                </c:pt>
                <c:pt idx="443">
                  <c:v>84</c:v>
                </c:pt>
                <c:pt idx="444">
                  <c:v>98</c:v>
                </c:pt>
                <c:pt idx="445">
                  <c:v>81</c:v>
                </c:pt>
                <c:pt idx="446">
                  <c:v>70</c:v>
                </c:pt>
                <c:pt idx="447">
                  <c:v>91</c:v>
                </c:pt>
                <c:pt idx="448">
                  <c:v>215</c:v>
                </c:pt>
                <c:pt idx="449">
                  <c:v>185</c:v>
                </c:pt>
                <c:pt idx="450">
                  <c:v>152</c:v>
                </c:pt>
                <c:pt idx="451">
                  <c:v>126</c:v>
                </c:pt>
                <c:pt idx="452">
                  <c:v>57</c:v>
                </c:pt>
                <c:pt idx="453">
                  <c:v>56</c:v>
                </c:pt>
                <c:pt idx="454">
                  <c:v>31</c:v>
                </c:pt>
                <c:pt idx="455">
                  <c:v>21</c:v>
                </c:pt>
                <c:pt idx="456">
                  <c:v>6</c:v>
                </c:pt>
                <c:pt idx="457">
                  <c:v>2</c:v>
                </c:pt>
                <c:pt idx="458">
                  <c:v>1</c:v>
                </c:pt>
                <c:pt idx="459">
                  <c:v>1</c:v>
                </c:pt>
                <c:pt idx="460">
                  <c:v>5</c:v>
                </c:pt>
                <c:pt idx="461">
                  <c:v>27</c:v>
                </c:pt>
                <c:pt idx="462">
                  <c:v>68</c:v>
                </c:pt>
                <c:pt idx="463">
                  <c:v>217</c:v>
                </c:pt>
                <c:pt idx="464">
                  <c:v>166</c:v>
                </c:pt>
                <c:pt idx="465">
                  <c:v>63</c:v>
                </c:pt>
                <c:pt idx="466">
                  <c:v>59</c:v>
                </c:pt>
                <c:pt idx="467">
                  <c:v>78</c:v>
                </c:pt>
                <c:pt idx="468">
                  <c:v>73</c:v>
                </c:pt>
                <c:pt idx="469">
                  <c:v>62</c:v>
                </c:pt>
                <c:pt idx="470">
                  <c:v>65</c:v>
                </c:pt>
                <c:pt idx="471">
                  <c:v>97</c:v>
                </c:pt>
                <c:pt idx="472">
                  <c:v>161</c:v>
                </c:pt>
                <c:pt idx="473">
                  <c:v>120</c:v>
                </c:pt>
                <c:pt idx="474">
                  <c:v>96</c:v>
                </c:pt>
                <c:pt idx="475">
                  <c:v>53</c:v>
                </c:pt>
                <c:pt idx="476">
                  <c:v>41</c:v>
                </c:pt>
                <c:pt idx="477">
                  <c:v>34</c:v>
                </c:pt>
                <c:pt idx="478">
                  <c:v>27</c:v>
                </c:pt>
                <c:pt idx="479">
                  <c:v>13</c:v>
                </c:pt>
                <c:pt idx="480">
                  <c:v>12</c:v>
                </c:pt>
                <c:pt idx="481">
                  <c:v>11</c:v>
                </c:pt>
                <c:pt idx="482">
                  <c:v>7</c:v>
                </c:pt>
                <c:pt idx="483">
                  <c:v>3</c:v>
                </c:pt>
                <c:pt idx="484">
                  <c:v>2</c:v>
                </c:pt>
                <c:pt idx="485">
                  <c:v>8</c:v>
                </c:pt>
                <c:pt idx="486">
                  <c:v>27</c:v>
                </c:pt>
                <c:pt idx="487">
                  <c:v>40</c:v>
                </c:pt>
                <c:pt idx="488">
                  <c:v>53</c:v>
                </c:pt>
                <c:pt idx="489">
                  <c:v>63</c:v>
                </c:pt>
                <c:pt idx="490">
                  <c:v>70</c:v>
                </c:pt>
                <c:pt idx="491">
                  <c:v>84</c:v>
                </c:pt>
                <c:pt idx="492">
                  <c:v>75</c:v>
                </c:pt>
                <c:pt idx="493">
                  <c:v>103</c:v>
                </c:pt>
                <c:pt idx="494">
                  <c:v>83</c:v>
                </c:pt>
                <c:pt idx="495">
                  <c:v>67</c:v>
                </c:pt>
                <c:pt idx="496">
                  <c:v>54</c:v>
                </c:pt>
                <c:pt idx="497">
                  <c:v>59</c:v>
                </c:pt>
                <c:pt idx="498">
                  <c:v>45</c:v>
                </c:pt>
                <c:pt idx="499">
                  <c:v>39</c:v>
                </c:pt>
                <c:pt idx="500">
                  <c:v>30</c:v>
                </c:pt>
                <c:pt idx="501">
                  <c:v>33</c:v>
                </c:pt>
                <c:pt idx="502">
                  <c:v>22</c:v>
                </c:pt>
                <c:pt idx="503">
                  <c:v>13</c:v>
                </c:pt>
                <c:pt idx="504">
                  <c:v>18</c:v>
                </c:pt>
                <c:pt idx="505">
                  <c:v>5</c:v>
                </c:pt>
                <c:pt idx="506">
                  <c:v>3</c:v>
                </c:pt>
                <c:pt idx="507">
                  <c:v>1</c:v>
                </c:pt>
                <c:pt idx="508">
                  <c:v>2</c:v>
                </c:pt>
                <c:pt idx="509">
                  <c:v>19</c:v>
                </c:pt>
                <c:pt idx="510">
                  <c:v>28</c:v>
                </c:pt>
                <c:pt idx="511">
                  <c:v>58</c:v>
                </c:pt>
                <c:pt idx="512">
                  <c:v>99</c:v>
                </c:pt>
                <c:pt idx="513">
                  <c:v>116</c:v>
                </c:pt>
                <c:pt idx="514">
                  <c:v>87</c:v>
                </c:pt>
                <c:pt idx="515">
                  <c:v>110</c:v>
                </c:pt>
                <c:pt idx="516">
                  <c:v>77</c:v>
                </c:pt>
                <c:pt idx="517">
                  <c:v>65</c:v>
                </c:pt>
                <c:pt idx="518">
                  <c:v>55</c:v>
                </c:pt>
                <c:pt idx="519">
                  <c:v>49</c:v>
                </c:pt>
                <c:pt idx="520">
                  <c:v>50</c:v>
                </c:pt>
                <c:pt idx="521">
                  <c:v>35</c:v>
                </c:pt>
                <c:pt idx="522">
                  <c:v>25</c:v>
                </c:pt>
                <c:pt idx="523">
                  <c:v>28</c:v>
                </c:pt>
                <c:pt idx="524">
                  <c:v>21</c:v>
                </c:pt>
                <c:pt idx="525">
                  <c:v>7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5</c:v>
                </c:pt>
                <c:pt idx="530">
                  <c:v>15</c:v>
                </c:pt>
                <c:pt idx="531">
                  <c:v>84</c:v>
                </c:pt>
                <c:pt idx="532">
                  <c:v>177</c:v>
                </c:pt>
                <c:pt idx="533">
                  <c:v>102</c:v>
                </c:pt>
                <c:pt idx="534">
                  <c:v>40</c:v>
                </c:pt>
                <c:pt idx="535">
                  <c:v>46</c:v>
                </c:pt>
                <c:pt idx="536">
                  <c:v>63</c:v>
                </c:pt>
                <c:pt idx="537">
                  <c:v>60</c:v>
                </c:pt>
                <c:pt idx="538">
                  <c:v>45</c:v>
                </c:pt>
                <c:pt idx="539">
                  <c:v>57</c:v>
                </c:pt>
                <c:pt idx="540">
                  <c:v>70</c:v>
                </c:pt>
                <c:pt idx="541">
                  <c:v>184</c:v>
                </c:pt>
                <c:pt idx="542">
                  <c:v>153</c:v>
                </c:pt>
                <c:pt idx="543">
                  <c:v>106</c:v>
                </c:pt>
                <c:pt idx="544">
                  <c:v>81</c:v>
                </c:pt>
                <c:pt idx="545">
                  <c:v>59</c:v>
                </c:pt>
                <c:pt idx="546">
                  <c:v>35</c:v>
                </c:pt>
                <c:pt idx="547">
                  <c:v>24</c:v>
                </c:pt>
                <c:pt idx="548">
                  <c:v>9</c:v>
                </c:pt>
                <c:pt idx="549">
                  <c:v>5</c:v>
                </c:pt>
                <c:pt idx="550">
                  <c:v>2</c:v>
                </c:pt>
                <c:pt idx="551">
                  <c:v>1</c:v>
                </c:pt>
                <c:pt idx="552">
                  <c:v>9</c:v>
                </c:pt>
                <c:pt idx="553">
                  <c:v>36</c:v>
                </c:pt>
                <c:pt idx="554">
                  <c:v>108</c:v>
                </c:pt>
                <c:pt idx="555">
                  <c:v>238</c:v>
                </c:pt>
                <c:pt idx="556">
                  <c:v>144</c:v>
                </c:pt>
                <c:pt idx="557">
                  <c:v>55</c:v>
                </c:pt>
                <c:pt idx="558">
                  <c:v>61</c:v>
                </c:pt>
                <c:pt idx="559">
                  <c:v>106</c:v>
                </c:pt>
                <c:pt idx="560">
                  <c:v>93</c:v>
                </c:pt>
                <c:pt idx="561">
                  <c:v>68</c:v>
                </c:pt>
                <c:pt idx="562">
                  <c:v>84</c:v>
                </c:pt>
                <c:pt idx="563">
                  <c:v>116</c:v>
                </c:pt>
                <c:pt idx="564">
                  <c:v>222</c:v>
                </c:pt>
                <c:pt idx="565">
                  <c:v>225</c:v>
                </c:pt>
                <c:pt idx="566">
                  <c:v>146</c:v>
                </c:pt>
                <c:pt idx="567">
                  <c:v>119</c:v>
                </c:pt>
                <c:pt idx="568">
                  <c:v>45</c:v>
                </c:pt>
                <c:pt idx="569">
                  <c:v>53</c:v>
                </c:pt>
                <c:pt idx="570">
                  <c:v>40</c:v>
                </c:pt>
                <c:pt idx="571">
                  <c:v>17</c:v>
                </c:pt>
                <c:pt idx="572">
                  <c:v>5</c:v>
                </c:pt>
                <c:pt idx="573">
                  <c:v>10</c:v>
                </c:pt>
                <c:pt idx="574">
                  <c:v>1</c:v>
                </c:pt>
                <c:pt idx="575">
                  <c:v>8</c:v>
                </c:pt>
                <c:pt idx="576">
                  <c:v>30</c:v>
                </c:pt>
                <c:pt idx="577">
                  <c:v>72</c:v>
                </c:pt>
                <c:pt idx="578">
                  <c:v>58</c:v>
                </c:pt>
                <c:pt idx="579">
                  <c:v>28</c:v>
                </c:pt>
                <c:pt idx="580">
                  <c:v>41</c:v>
                </c:pt>
                <c:pt idx="581">
                  <c:v>48</c:v>
                </c:pt>
                <c:pt idx="582">
                  <c:v>47</c:v>
                </c:pt>
                <c:pt idx="583">
                  <c:v>36</c:v>
                </c:pt>
                <c:pt idx="584">
                  <c:v>43</c:v>
                </c:pt>
                <c:pt idx="585">
                  <c:v>36</c:v>
                </c:pt>
                <c:pt idx="586">
                  <c:v>26</c:v>
                </c:pt>
                <c:pt idx="587">
                  <c:v>24</c:v>
                </c:pt>
                <c:pt idx="588">
                  <c:v>84</c:v>
                </c:pt>
                <c:pt idx="589">
                  <c:v>104</c:v>
                </c:pt>
                <c:pt idx="590">
                  <c:v>79</c:v>
                </c:pt>
                <c:pt idx="591">
                  <c:v>59</c:v>
                </c:pt>
                <c:pt idx="592">
                  <c:v>38</c:v>
                </c:pt>
                <c:pt idx="593">
                  <c:v>27</c:v>
                </c:pt>
                <c:pt idx="594">
                  <c:v>16</c:v>
                </c:pt>
                <c:pt idx="595">
                  <c:v>9</c:v>
                </c:pt>
                <c:pt idx="596">
                  <c:v>3</c:v>
                </c:pt>
                <c:pt idx="597">
                  <c:v>2</c:v>
                </c:pt>
                <c:pt idx="598">
                  <c:v>1</c:v>
                </c:pt>
                <c:pt idx="599">
                  <c:v>4</c:v>
                </c:pt>
                <c:pt idx="600">
                  <c:v>16</c:v>
                </c:pt>
                <c:pt idx="601">
                  <c:v>60</c:v>
                </c:pt>
                <c:pt idx="602">
                  <c:v>157</c:v>
                </c:pt>
                <c:pt idx="603">
                  <c:v>101</c:v>
                </c:pt>
                <c:pt idx="604">
                  <c:v>49</c:v>
                </c:pt>
                <c:pt idx="605">
                  <c:v>30</c:v>
                </c:pt>
                <c:pt idx="606">
                  <c:v>29</c:v>
                </c:pt>
                <c:pt idx="607">
                  <c:v>31</c:v>
                </c:pt>
                <c:pt idx="608">
                  <c:v>38</c:v>
                </c:pt>
                <c:pt idx="609">
                  <c:v>41</c:v>
                </c:pt>
                <c:pt idx="610">
                  <c:v>80</c:v>
                </c:pt>
                <c:pt idx="611">
                  <c:v>149</c:v>
                </c:pt>
                <c:pt idx="612">
                  <c:v>109</c:v>
                </c:pt>
                <c:pt idx="613">
                  <c:v>89</c:v>
                </c:pt>
                <c:pt idx="614">
                  <c:v>62</c:v>
                </c:pt>
                <c:pt idx="615">
                  <c:v>58</c:v>
                </c:pt>
                <c:pt idx="616">
                  <c:v>26</c:v>
                </c:pt>
                <c:pt idx="617">
                  <c:v>23</c:v>
                </c:pt>
                <c:pt idx="618">
                  <c:v>28</c:v>
                </c:pt>
                <c:pt idx="619">
                  <c:v>20</c:v>
                </c:pt>
                <c:pt idx="620">
                  <c:v>15</c:v>
                </c:pt>
                <c:pt idx="621">
                  <c:v>8</c:v>
                </c:pt>
                <c:pt idx="622">
                  <c:v>3</c:v>
                </c:pt>
                <c:pt idx="623">
                  <c:v>2</c:v>
                </c:pt>
                <c:pt idx="624">
                  <c:v>5</c:v>
                </c:pt>
                <c:pt idx="625">
                  <c:v>34</c:v>
                </c:pt>
                <c:pt idx="626">
                  <c:v>34</c:v>
                </c:pt>
                <c:pt idx="627">
                  <c:v>55</c:v>
                </c:pt>
                <c:pt idx="628">
                  <c:v>64</c:v>
                </c:pt>
                <c:pt idx="629">
                  <c:v>78</c:v>
                </c:pt>
                <c:pt idx="630">
                  <c:v>65</c:v>
                </c:pt>
                <c:pt idx="631">
                  <c:v>99</c:v>
                </c:pt>
                <c:pt idx="632">
                  <c:v>120</c:v>
                </c:pt>
                <c:pt idx="633">
                  <c:v>107</c:v>
                </c:pt>
                <c:pt idx="634">
                  <c:v>91</c:v>
                </c:pt>
                <c:pt idx="635">
                  <c:v>68</c:v>
                </c:pt>
                <c:pt idx="636">
                  <c:v>58</c:v>
                </c:pt>
                <c:pt idx="637">
                  <c:v>43</c:v>
                </c:pt>
                <c:pt idx="638">
                  <c:v>36</c:v>
                </c:pt>
                <c:pt idx="639">
                  <c:v>32</c:v>
                </c:pt>
                <c:pt idx="640">
                  <c:v>33</c:v>
                </c:pt>
                <c:pt idx="641">
                  <c:v>33</c:v>
                </c:pt>
                <c:pt idx="642">
                  <c:v>29</c:v>
                </c:pt>
                <c:pt idx="643">
                  <c:v>11</c:v>
                </c:pt>
                <c:pt idx="644">
                  <c:v>8</c:v>
                </c:pt>
                <c:pt idx="645">
                  <c:v>1</c:v>
                </c:pt>
                <c:pt idx="646">
                  <c:v>3</c:v>
                </c:pt>
                <c:pt idx="647">
                  <c:v>3</c:v>
                </c:pt>
                <c:pt idx="648">
                  <c:v>12</c:v>
                </c:pt>
                <c:pt idx="649">
                  <c:v>38</c:v>
                </c:pt>
                <c:pt idx="650">
                  <c:v>64</c:v>
                </c:pt>
                <c:pt idx="651">
                  <c:v>59</c:v>
                </c:pt>
                <c:pt idx="652">
                  <c:v>97</c:v>
                </c:pt>
                <c:pt idx="653">
                  <c:v>84</c:v>
                </c:pt>
                <c:pt idx="654">
                  <c:v>122</c:v>
                </c:pt>
                <c:pt idx="655">
                  <c:v>109</c:v>
                </c:pt>
                <c:pt idx="656">
                  <c:v>123</c:v>
                </c:pt>
                <c:pt idx="657">
                  <c:v>77</c:v>
                </c:pt>
                <c:pt idx="658">
                  <c:v>65</c:v>
                </c:pt>
                <c:pt idx="659">
                  <c:v>55</c:v>
                </c:pt>
                <c:pt idx="660">
                  <c:v>33</c:v>
                </c:pt>
                <c:pt idx="661">
                  <c:v>28</c:v>
                </c:pt>
                <c:pt idx="662">
                  <c:v>21</c:v>
                </c:pt>
                <c:pt idx="663">
                  <c:v>21</c:v>
                </c:pt>
                <c:pt idx="664">
                  <c:v>7</c:v>
                </c:pt>
                <c:pt idx="665">
                  <c:v>7</c:v>
                </c:pt>
                <c:pt idx="666">
                  <c:v>1</c:v>
                </c:pt>
                <c:pt idx="667">
                  <c:v>2</c:v>
                </c:pt>
                <c:pt idx="668">
                  <c:v>2</c:v>
                </c:pt>
                <c:pt idx="669">
                  <c:v>8</c:v>
                </c:pt>
                <c:pt idx="670">
                  <c:v>37</c:v>
                </c:pt>
                <c:pt idx="671">
                  <c:v>72</c:v>
                </c:pt>
                <c:pt idx="672">
                  <c:v>185</c:v>
                </c:pt>
                <c:pt idx="673">
                  <c:v>112</c:v>
                </c:pt>
                <c:pt idx="674">
                  <c:v>69</c:v>
                </c:pt>
                <c:pt idx="675">
                  <c:v>48</c:v>
                </c:pt>
                <c:pt idx="676">
                  <c:v>68</c:v>
                </c:pt>
                <c:pt idx="677">
                  <c:v>54</c:v>
                </c:pt>
                <c:pt idx="678">
                  <c:v>86</c:v>
                </c:pt>
                <c:pt idx="679">
                  <c:v>44</c:v>
                </c:pt>
                <c:pt idx="680">
                  <c:v>86</c:v>
                </c:pt>
                <c:pt idx="681">
                  <c:v>161</c:v>
                </c:pt>
                <c:pt idx="682">
                  <c:v>156</c:v>
                </c:pt>
                <c:pt idx="683">
                  <c:v>111</c:v>
                </c:pt>
                <c:pt idx="684">
                  <c:v>78</c:v>
                </c:pt>
                <c:pt idx="685">
                  <c:v>56</c:v>
                </c:pt>
                <c:pt idx="686">
                  <c:v>34</c:v>
                </c:pt>
                <c:pt idx="687">
                  <c:v>17</c:v>
                </c:pt>
                <c:pt idx="688">
                  <c:v>8</c:v>
                </c:pt>
                <c:pt idx="689">
                  <c:v>3</c:v>
                </c:pt>
                <c:pt idx="690">
                  <c:v>2</c:v>
                </c:pt>
                <c:pt idx="691">
                  <c:v>2</c:v>
                </c:pt>
                <c:pt idx="692">
                  <c:v>3</c:v>
                </c:pt>
                <c:pt idx="693">
                  <c:v>22</c:v>
                </c:pt>
                <c:pt idx="694">
                  <c:v>52</c:v>
                </c:pt>
                <c:pt idx="695">
                  <c:v>135</c:v>
                </c:pt>
                <c:pt idx="696">
                  <c:v>116</c:v>
                </c:pt>
                <c:pt idx="697">
                  <c:v>47</c:v>
                </c:pt>
                <c:pt idx="698">
                  <c:v>51</c:v>
                </c:pt>
                <c:pt idx="699">
                  <c:v>55</c:v>
                </c:pt>
                <c:pt idx="700">
                  <c:v>52</c:v>
                </c:pt>
                <c:pt idx="701">
                  <c:v>54</c:v>
                </c:pt>
                <c:pt idx="702">
                  <c:v>52</c:v>
                </c:pt>
                <c:pt idx="703">
                  <c:v>64</c:v>
                </c:pt>
                <c:pt idx="704">
                  <c:v>176</c:v>
                </c:pt>
                <c:pt idx="705">
                  <c:v>168</c:v>
                </c:pt>
                <c:pt idx="706">
                  <c:v>108</c:v>
                </c:pt>
                <c:pt idx="707">
                  <c:v>74</c:v>
                </c:pt>
                <c:pt idx="708">
                  <c:v>64</c:v>
                </c:pt>
                <c:pt idx="709">
                  <c:v>36</c:v>
                </c:pt>
                <c:pt idx="710">
                  <c:v>16</c:v>
                </c:pt>
                <c:pt idx="711">
                  <c:v>2</c:v>
                </c:pt>
                <c:pt idx="712">
                  <c:v>3</c:v>
                </c:pt>
                <c:pt idx="713">
                  <c:v>4</c:v>
                </c:pt>
                <c:pt idx="714">
                  <c:v>1</c:v>
                </c:pt>
                <c:pt idx="715">
                  <c:v>1</c:v>
                </c:pt>
                <c:pt idx="716">
                  <c:v>3</c:v>
                </c:pt>
                <c:pt idx="717">
                  <c:v>18</c:v>
                </c:pt>
                <c:pt idx="718">
                  <c:v>49</c:v>
                </c:pt>
                <c:pt idx="719">
                  <c:v>155</c:v>
                </c:pt>
                <c:pt idx="720">
                  <c:v>123</c:v>
                </c:pt>
                <c:pt idx="721">
                  <c:v>61</c:v>
                </c:pt>
                <c:pt idx="722">
                  <c:v>52</c:v>
                </c:pt>
                <c:pt idx="723">
                  <c:v>64</c:v>
                </c:pt>
                <c:pt idx="724">
                  <c:v>75</c:v>
                </c:pt>
                <c:pt idx="725">
                  <c:v>63</c:v>
                </c:pt>
                <c:pt idx="726">
                  <c:v>76</c:v>
                </c:pt>
                <c:pt idx="727">
                  <c:v>103</c:v>
                </c:pt>
                <c:pt idx="728">
                  <c:v>190</c:v>
                </c:pt>
                <c:pt idx="729">
                  <c:v>182</c:v>
                </c:pt>
                <c:pt idx="730">
                  <c:v>91</c:v>
                </c:pt>
                <c:pt idx="731">
                  <c:v>75</c:v>
                </c:pt>
                <c:pt idx="732">
                  <c:v>63</c:v>
                </c:pt>
                <c:pt idx="733">
                  <c:v>40</c:v>
                </c:pt>
                <c:pt idx="734">
                  <c:v>32</c:v>
                </c:pt>
                <c:pt idx="735">
                  <c:v>12</c:v>
                </c:pt>
                <c:pt idx="736">
                  <c:v>5</c:v>
                </c:pt>
                <c:pt idx="737">
                  <c:v>2</c:v>
                </c:pt>
                <c:pt idx="738">
                  <c:v>1</c:v>
                </c:pt>
                <c:pt idx="739">
                  <c:v>2</c:v>
                </c:pt>
                <c:pt idx="740">
                  <c:v>39</c:v>
                </c:pt>
                <c:pt idx="741">
                  <c:v>87</c:v>
                </c:pt>
                <c:pt idx="742">
                  <c:v>188</c:v>
                </c:pt>
                <c:pt idx="743">
                  <c:v>133</c:v>
                </c:pt>
                <c:pt idx="744">
                  <c:v>52</c:v>
                </c:pt>
                <c:pt idx="745">
                  <c:v>64</c:v>
                </c:pt>
                <c:pt idx="746">
                  <c:v>69</c:v>
                </c:pt>
                <c:pt idx="747">
                  <c:v>51</c:v>
                </c:pt>
                <c:pt idx="748">
                  <c:v>47</c:v>
                </c:pt>
                <c:pt idx="749">
                  <c:v>60</c:v>
                </c:pt>
                <c:pt idx="750">
                  <c:v>78</c:v>
                </c:pt>
                <c:pt idx="751">
                  <c:v>175</c:v>
                </c:pt>
                <c:pt idx="752">
                  <c:v>147</c:v>
                </c:pt>
                <c:pt idx="753">
                  <c:v>96</c:v>
                </c:pt>
                <c:pt idx="754">
                  <c:v>109</c:v>
                </c:pt>
                <c:pt idx="755">
                  <c:v>54</c:v>
                </c:pt>
                <c:pt idx="756">
                  <c:v>41</c:v>
                </c:pt>
                <c:pt idx="757">
                  <c:v>38</c:v>
                </c:pt>
                <c:pt idx="758">
                  <c:v>13</c:v>
                </c:pt>
                <c:pt idx="759">
                  <c:v>7</c:v>
                </c:pt>
                <c:pt idx="760">
                  <c:v>1</c:v>
                </c:pt>
                <c:pt idx="761">
                  <c:v>1</c:v>
                </c:pt>
                <c:pt idx="762">
                  <c:v>7</c:v>
                </c:pt>
                <c:pt idx="763">
                  <c:v>28</c:v>
                </c:pt>
                <c:pt idx="764">
                  <c:v>87</c:v>
                </c:pt>
                <c:pt idx="765">
                  <c:v>220</c:v>
                </c:pt>
                <c:pt idx="766">
                  <c:v>127</c:v>
                </c:pt>
                <c:pt idx="767">
                  <c:v>51</c:v>
                </c:pt>
                <c:pt idx="768">
                  <c:v>64</c:v>
                </c:pt>
                <c:pt idx="769">
                  <c:v>86</c:v>
                </c:pt>
                <c:pt idx="770">
                  <c:v>82</c:v>
                </c:pt>
                <c:pt idx="771">
                  <c:v>91</c:v>
                </c:pt>
                <c:pt idx="772">
                  <c:v>90</c:v>
                </c:pt>
                <c:pt idx="773">
                  <c:v>99</c:v>
                </c:pt>
                <c:pt idx="774">
                  <c:v>205</c:v>
                </c:pt>
                <c:pt idx="775">
                  <c:v>155</c:v>
                </c:pt>
                <c:pt idx="776">
                  <c:v>103</c:v>
                </c:pt>
                <c:pt idx="777">
                  <c:v>71</c:v>
                </c:pt>
                <c:pt idx="778">
                  <c:v>43</c:v>
                </c:pt>
                <c:pt idx="779">
                  <c:v>46</c:v>
                </c:pt>
                <c:pt idx="780">
                  <c:v>31</c:v>
                </c:pt>
                <c:pt idx="781">
                  <c:v>39</c:v>
                </c:pt>
                <c:pt idx="782">
                  <c:v>18</c:v>
                </c:pt>
                <c:pt idx="783">
                  <c:v>17</c:v>
                </c:pt>
                <c:pt idx="784">
                  <c:v>11</c:v>
                </c:pt>
                <c:pt idx="785">
                  <c:v>8</c:v>
                </c:pt>
                <c:pt idx="786">
                  <c:v>9</c:v>
                </c:pt>
                <c:pt idx="787">
                  <c:v>4</c:v>
                </c:pt>
                <c:pt idx="788">
                  <c:v>4</c:v>
                </c:pt>
                <c:pt idx="789">
                  <c:v>10</c:v>
                </c:pt>
                <c:pt idx="790">
                  <c:v>20</c:v>
                </c:pt>
                <c:pt idx="791">
                  <c:v>34</c:v>
                </c:pt>
                <c:pt idx="792">
                  <c:v>47</c:v>
                </c:pt>
                <c:pt idx="793">
                  <c:v>52</c:v>
                </c:pt>
                <c:pt idx="794">
                  <c:v>72</c:v>
                </c:pt>
                <c:pt idx="795">
                  <c:v>55</c:v>
                </c:pt>
                <c:pt idx="796">
                  <c:v>60</c:v>
                </c:pt>
                <c:pt idx="797">
                  <c:v>71</c:v>
                </c:pt>
                <c:pt idx="798">
                  <c:v>78</c:v>
                </c:pt>
                <c:pt idx="799">
                  <c:v>83</c:v>
                </c:pt>
                <c:pt idx="800">
                  <c:v>84</c:v>
                </c:pt>
                <c:pt idx="801">
                  <c:v>69</c:v>
                </c:pt>
                <c:pt idx="802">
                  <c:v>56</c:v>
                </c:pt>
                <c:pt idx="803">
                  <c:v>45</c:v>
                </c:pt>
                <c:pt idx="804">
                  <c:v>59</c:v>
                </c:pt>
                <c:pt idx="805">
                  <c:v>39</c:v>
                </c:pt>
                <c:pt idx="806">
                  <c:v>44</c:v>
                </c:pt>
                <c:pt idx="807">
                  <c:v>20</c:v>
                </c:pt>
                <c:pt idx="808">
                  <c:v>13</c:v>
                </c:pt>
                <c:pt idx="809">
                  <c:v>2</c:v>
                </c:pt>
                <c:pt idx="810">
                  <c:v>1</c:v>
                </c:pt>
                <c:pt idx="811">
                  <c:v>1</c:v>
                </c:pt>
                <c:pt idx="812">
                  <c:v>8</c:v>
                </c:pt>
                <c:pt idx="813">
                  <c:v>23</c:v>
                </c:pt>
                <c:pt idx="814">
                  <c:v>45</c:v>
                </c:pt>
                <c:pt idx="815">
                  <c:v>89</c:v>
                </c:pt>
                <c:pt idx="816">
                  <c:v>117</c:v>
                </c:pt>
                <c:pt idx="817">
                  <c:v>174</c:v>
                </c:pt>
                <c:pt idx="818">
                  <c:v>182</c:v>
                </c:pt>
                <c:pt idx="819">
                  <c:v>161</c:v>
                </c:pt>
                <c:pt idx="820">
                  <c:v>182</c:v>
                </c:pt>
                <c:pt idx="821">
                  <c:v>157</c:v>
                </c:pt>
                <c:pt idx="822">
                  <c:v>121</c:v>
                </c:pt>
                <c:pt idx="823">
                  <c:v>78</c:v>
                </c:pt>
                <c:pt idx="824">
                  <c:v>21</c:v>
                </c:pt>
                <c:pt idx="825">
                  <c:v>26</c:v>
                </c:pt>
                <c:pt idx="826">
                  <c:v>27</c:v>
                </c:pt>
                <c:pt idx="827">
                  <c:v>62</c:v>
                </c:pt>
                <c:pt idx="828">
                  <c:v>30</c:v>
                </c:pt>
                <c:pt idx="829">
                  <c:v>15</c:v>
                </c:pt>
                <c:pt idx="830">
                  <c:v>5</c:v>
                </c:pt>
                <c:pt idx="831">
                  <c:v>3</c:v>
                </c:pt>
                <c:pt idx="832">
                  <c:v>1</c:v>
                </c:pt>
                <c:pt idx="833">
                  <c:v>2</c:v>
                </c:pt>
                <c:pt idx="834">
                  <c:v>10</c:v>
                </c:pt>
                <c:pt idx="835">
                  <c:v>30</c:v>
                </c:pt>
                <c:pt idx="836">
                  <c:v>95</c:v>
                </c:pt>
                <c:pt idx="837">
                  <c:v>230</c:v>
                </c:pt>
                <c:pt idx="838">
                  <c:v>118</c:v>
                </c:pt>
                <c:pt idx="839">
                  <c:v>55</c:v>
                </c:pt>
                <c:pt idx="840">
                  <c:v>47</c:v>
                </c:pt>
                <c:pt idx="841">
                  <c:v>66</c:v>
                </c:pt>
                <c:pt idx="842">
                  <c:v>64</c:v>
                </c:pt>
                <c:pt idx="843">
                  <c:v>60</c:v>
                </c:pt>
                <c:pt idx="844">
                  <c:v>50</c:v>
                </c:pt>
                <c:pt idx="845">
                  <c:v>114</c:v>
                </c:pt>
                <c:pt idx="846">
                  <c:v>216</c:v>
                </c:pt>
                <c:pt idx="847">
                  <c:v>175</c:v>
                </c:pt>
                <c:pt idx="848">
                  <c:v>128</c:v>
                </c:pt>
                <c:pt idx="849">
                  <c:v>88</c:v>
                </c:pt>
                <c:pt idx="850">
                  <c:v>78</c:v>
                </c:pt>
                <c:pt idx="851">
                  <c:v>37</c:v>
                </c:pt>
                <c:pt idx="852">
                  <c:v>25</c:v>
                </c:pt>
                <c:pt idx="853">
                  <c:v>10</c:v>
                </c:pt>
                <c:pt idx="854">
                  <c:v>4</c:v>
                </c:pt>
                <c:pt idx="855">
                  <c:v>2</c:v>
                </c:pt>
                <c:pt idx="856">
                  <c:v>1</c:v>
                </c:pt>
                <c:pt idx="857">
                  <c:v>3</c:v>
                </c:pt>
                <c:pt idx="858">
                  <c:v>2</c:v>
                </c:pt>
                <c:pt idx="859">
                  <c:v>39</c:v>
                </c:pt>
                <c:pt idx="860">
                  <c:v>100</c:v>
                </c:pt>
                <c:pt idx="861">
                  <c:v>243</c:v>
                </c:pt>
                <c:pt idx="862">
                  <c:v>135</c:v>
                </c:pt>
                <c:pt idx="863">
                  <c:v>48</c:v>
                </c:pt>
                <c:pt idx="864">
                  <c:v>50</c:v>
                </c:pt>
                <c:pt idx="865">
                  <c:v>65</c:v>
                </c:pt>
                <c:pt idx="866">
                  <c:v>50</c:v>
                </c:pt>
                <c:pt idx="867">
                  <c:v>64</c:v>
                </c:pt>
                <c:pt idx="868">
                  <c:v>51</c:v>
                </c:pt>
                <c:pt idx="869">
                  <c:v>83</c:v>
                </c:pt>
                <c:pt idx="870">
                  <c:v>176</c:v>
                </c:pt>
                <c:pt idx="871">
                  <c:v>152</c:v>
                </c:pt>
                <c:pt idx="872">
                  <c:v>101</c:v>
                </c:pt>
                <c:pt idx="873">
                  <c:v>56</c:v>
                </c:pt>
                <c:pt idx="874">
                  <c:v>54</c:v>
                </c:pt>
                <c:pt idx="875">
                  <c:v>29</c:v>
                </c:pt>
                <c:pt idx="876">
                  <c:v>12</c:v>
                </c:pt>
                <c:pt idx="877">
                  <c:v>17</c:v>
                </c:pt>
                <c:pt idx="878">
                  <c:v>7</c:v>
                </c:pt>
                <c:pt idx="879">
                  <c:v>3</c:v>
                </c:pt>
                <c:pt idx="880">
                  <c:v>2</c:v>
                </c:pt>
                <c:pt idx="881">
                  <c:v>7</c:v>
                </c:pt>
                <c:pt idx="882">
                  <c:v>43</c:v>
                </c:pt>
                <c:pt idx="883">
                  <c:v>99</c:v>
                </c:pt>
                <c:pt idx="884">
                  <c:v>199</c:v>
                </c:pt>
                <c:pt idx="885">
                  <c:v>123</c:v>
                </c:pt>
                <c:pt idx="886">
                  <c:v>59</c:v>
                </c:pt>
                <c:pt idx="887">
                  <c:v>41</c:v>
                </c:pt>
                <c:pt idx="888">
                  <c:v>61</c:v>
                </c:pt>
                <c:pt idx="889">
                  <c:v>69</c:v>
                </c:pt>
                <c:pt idx="890">
                  <c:v>58</c:v>
                </c:pt>
                <c:pt idx="891">
                  <c:v>64</c:v>
                </c:pt>
                <c:pt idx="892">
                  <c:v>79</c:v>
                </c:pt>
                <c:pt idx="893">
                  <c:v>166</c:v>
                </c:pt>
                <c:pt idx="894">
                  <c:v>170</c:v>
                </c:pt>
                <c:pt idx="895">
                  <c:v>88</c:v>
                </c:pt>
                <c:pt idx="896">
                  <c:v>84</c:v>
                </c:pt>
                <c:pt idx="897">
                  <c:v>83</c:v>
                </c:pt>
                <c:pt idx="898">
                  <c:v>46</c:v>
                </c:pt>
                <c:pt idx="899">
                  <c:v>37</c:v>
                </c:pt>
                <c:pt idx="900">
                  <c:v>16</c:v>
                </c:pt>
                <c:pt idx="901">
                  <c:v>7</c:v>
                </c:pt>
                <c:pt idx="902">
                  <c:v>3</c:v>
                </c:pt>
                <c:pt idx="903">
                  <c:v>1</c:v>
                </c:pt>
                <c:pt idx="904">
                  <c:v>6</c:v>
                </c:pt>
                <c:pt idx="905">
                  <c:v>26</c:v>
                </c:pt>
                <c:pt idx="906">
                  <c:v>99</c:v>
                </c:pt>
                <c:pt idx="907">
                  <c:v>178</c:v>
                </c:pt>
                <c:pt idx="908">
                  <c:v>122</c:v>
                </c:pt>
                <c:pt idx="909">
                  <c:v>35</c:v>
                </c:pt>
                <c:pt idx="910">
                  <c:v>45</c:v>
                </c:pt>
                <c:pt idx="911">
                  <c:v>69</c:v>
                </c:pt>
                <c:pt idx="912">
                  <c:v>62</c:v>
                </c:pt>
                <c:pt idx="913">
                  <c:v>48</c:v>
                </c:pt>
                <c:pt idx="914">
                  <c:v>50</c:v>
                </c:pt>
                <c:pt idx="915">
                  <c:v>80</c:v>
                </c:pt>
                <c:pt idx="916">
                  <c:v>165</c:v>
                </c:pt>
                <c:pt idx="917">
                  <c:v>160</c:v>
                </c:pt>
                <c:pt idx="918">
                  <c:v>112</c:v>
                </c:pt>
                <c:pt idx="919">
                  <c:v>97</c:v>
                </c:pt>
                <c:pt idx="920">
                  <c:v>72</c:v>
                </c:pt>
                <c:pt idx="921">
                  <c:v>51</c:v>
                </c:pt>
                <c:pt idx="922">
                  <c:v>34</c:v>
                </c:pt>
                <c:pt idx="923">
                  <c:v>14</c:v>
                </c:pt>
                <c:pt idx="924">
                  <c:v>7</c:v>
                </c:pt>
                <c:pt idx="925">
                  <c:v>3</c:v>
                </c:pt>
                <c:pt idx="926">
                  <c:v>4</c:v>
                </c:pt>
                <c:pt idx="927">
                  <c:v>24</c:v>
                </c:pt>
                <c:pt idx="928">
                  <c:v>74</c:v>
                </c:pt>
                <c:pt idx="929">
                  <c:v>216</c:v>
                </c:pt>
                <c:pt idx="930">
                  <c:v>140</c:v>
                </c:pt>
                <c:pt idx="931">
                  <c:v>44</c:v>
                </c:pt>
                <c:pt idx="932">
                  <c:v>64</c:v>
                </c:pt>
                <c:pt idx="933">
                  <c:v>71</c:v>
                </c:pt>
                <c:pt idx="934">
                  <c:v>110</c:v>
                </c:pt>
                <c:pt idx="935">
                  <c:v>84</c:v>
                </c:pt>
                <c:pt idx="936">
                  <c:v>74</c:v>
                </c:pt>
                <c:pt idx="937">
                  <c:v>125</c:v>
                </c:pt>
                <c:pt idx="938">
                  <c:v>211</c:v>
                </c:pt>
                <c:pt idx="939">
                  <c:v>174</c:v>
                </c:pt>
                <c:pt idx="940">
                  <c:v>101</c:v>
                </c:pt>
                <c:pt idx="941">
                  <c:v>63</c:v>
                </c:pt>
                <c:pt idx="942">
                  <c:v>47</c:v>
                </c:pt>
                <c:pt idx="943">
                  <c:v>43</c:v>
                </c:pt>
                <c:pt idx="944">
                  <c:v>53</c:v>
                </c:pt>
                <c:pt idx="945">
                  <c:v>30</c:v>
                </c:pt>
                <c:pt idx="946">
                  <c:v>24</c:v>
                </c:pt>
                <c:pt idx="947">
                  <c:v>15</c:v>
                </c:pt>
                <c:pt idx="948">
                  <c:v>10</c:v>
                </c:pt>
                <c:pt idx="949">
                  <c:v>4</c:v>
                </c:pt>
                <c:pt idx="950">
                  <c:v>1</c:v>
                </c:pt>
                <c:pt idx="951">
                  <c:v>2</c:v>
                </c:pt>
                <c:pt idx="952">
                  <c:v>11</c:v>
                </c:pt>
                <c:pt idx="953">
                  <c:v>30</c:v>
                </c:pt>
                <c:pt idx="954">
                  <c:v>43</c:v>
                </c:pt>
                <c:pt idx="955">
                  <c:v>84</c:v>
                </c:pt>
                <c:pt idx="956">
                  <c:v>114</c:v>
                </c:pt>
                <c:pt idx="957">
                  <c:v>120</c:v>
                </c:pt>
                <c:pt idx="958">
                  <c:v>135</c:v>
                </c:pt>
                <c:pt idx="959">
                  <c:v>120</c:v>
                </c:pt>
                <c:pt idx="960">
                  <c:v>174</c:v>
                </c:pt>
                <c:pt idx="961">
                  <c:v>145</c:v>
                </c:pt>
                <c:pt idx="962">
                  <c:v>137</c:v>
                </c:pt>
                <c:pt idx="963">
                  <c:v>64</c:v>
                </c:pt>
                <c:pt idx="964">
                  <c:v>41</c:v>
                </c:pt>
                <c:pt idx="965">
                  <c:v>40</c:v>
                </c:pt>
                <c:pt idx="966">
                  <c:v>51</c:v>
                </c:pt>
                <c:pt idx="967">
                  <c:v>45</c:v>
                </c:pt>
                <c:pt idx="968">
                  <c:v>32</c:v>
                </c:pt>
                <c:pt idx="969">
                  <c:v>39</c:v>
                </c:pt>
                <c:pt idx="970">
                  <c:v>24</c:v>
                </c:pt>
                <c:pt idx="971">
                  <c:v>20</c:v>
                </c:pt>
                <c:pt idx="972">
                  <c:v>12</c:v>
                </c:pt>
                <c:pt idx="973">
                  <c:v>2</c:v>
                </c:pt>
                <c:pt idx="974">
                  <c:v>5</c:v>
                </c:pt>
                <c:pt idx="975">
                  <c:v>3</c:v>
                </c:pt>
                <c:pt idx="976">
                  <c:v>12</c:v>
                </c:pt>
                <c:pt idx="977">
                  <c:v>47</c:v>
                </c:pt>
                <c:pt idx="978">
                  <c:v>105</c:v>
                </c:pt>
                <c:pt idx="979">
                  <c:v>112</c:v>
                </c:pt>
                <c:pt idx="980">
                  <c:v>152</c:v>
                </c:pt>
                <c:pt idx="981">
                  <c:v>154</c:v>
                </c:pt>
                <c:pt idx="982">
                  <c:v>161</c:v>
                </c:pt>
                <c:pt idx="983">
                  <c:v>162</c:v>
                </c:pt>
                <c:pt idx="984">
                  <c:v>134</c:v>
                </c:pt>
                <c:pt idx="985">
                  <c:v>125</c:v>
                </c:pt>
                <c:pt idx="986">
                  <c:v>95</c:v>
                </c:pt>
                <c:pt idx="987">
                  <c:v>61</c:v>
                </c:pt>
                <c:pt idx="988">
                  <c:v>47</c:v>
                </c:pt>
                <c:pt idx="989">
                  <c:v>51</c:v>
                </c:pt>
                <c:pt idx="990">
                  <c:v>36</c:v>
                </c:pt>
                <c:pt idx="991">
                  <c:v>30</c:v>
                </c:pt>
                <c:pt idx="992">
                  <c:v>11</c:v>
                </c:pt>
                <c:pt idx="993">
                  <c:v>7</c:v>
                </c:pt>
                <c:pt idx="994">
                  <c:v>2</c:v>
                </c:pt>
                <c:pt idx="995">
                  <c:v>2</c:v>
                </c:pt>
                <c:pt idx="996">
                  <c:v>2</c:v>
                </c:pt>
                <c:pt idx="997">
                  <c:v>3</c:v>
                </c:pt>
                <c:pt idx="998">
                  <c:v>26</c:v>
                </c:pt>
                <c:pt idx="999">
                  <c:v>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740-4719-9234-810654586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3722200"/>
        <c:axId val="413726520"/>
      </c:scatterChart>
      <c:valAx>
        <c:axId val="413722200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3726520"/>
        <c:crosses val="autoZero"/>
        <c:crossBetween val="midCat"/>
      </c:valAx>
      <c:valAx>
        <c:axId val="413726520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3722200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786539277107161E-2"/>
          <c:y val="0.24847674136743667"/>
          <c:w val="0.87266213956153893"/>
          <c:h val="0.43910840793484096"/>
        </c:manualLayout>
      </c:layout>
      <c:lineChart>
        <c:grouping val="standard"/>
        <c:varyColors val="0"/>
        <c:ser>
          <c:idx val="0"/>
          <c:order val="0"/>
          <c:tx>
            <c:strRef>
              <c:f>'Demand forecast'!$B$1</c:f>
              <c:strCache>
                <c:ptCount val="1"/>
                <c:pt idx="0">
                  <c:v>Rider Count</c:v>
                </c:pt>
              </c:strCache>
            </c:strRef>
          </c:tx>
          <c:spPr>
            <a:ln w="28575" cap="rnd">
              <a:solidFill>
                <a:schemeClr val="bg2">
                  <a:lumMod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'Demand forecast'!$B$2:$B$29</c:f>
              <c:numCache>
                <c:formatCode>0</c:formatCode>
                <c:ptCount val="28"/>
                <c:pt idx="0">
                  <c:v>1360</c:v>
                </c:pt>
                <c:pt idx="1">
                  <c:v>1526</c:v>
                </c:pt>
                <c:pt idx="2">
                  <c:v>1550</c:v>
                </c:pt>
                <c:pt idx="3">
                  <c:v>1708</c:v>
                </c:pt>
                <c:pt idx="4">
                  <c:v>1005</c:v>
                </c:pt>
                <c:pt idx="5">
                  <c:v>1623</c:v>
                </c:pt>
                <c:pt idx="6">
                  <c:v>1712</c:v>
                </c:pt>
                <c:pt idx="7">
                  <c:v>1530</c:v>
                </c:pt>
                <c:pt idx="8">
                  <c:v>1605</c:v>
                </c:pt>
                <c:pt idx="9">
                  <c:v>1538</c:v>
                </c:pt>
                <c:pt idx="10">
                  <c:v>1746</c:v>
                </c:pt>
                <c:pt idx="11">
                  <c:v>1472</c:v>
                </c:pt>
                <c:pt idx="12">
                  <c:v>1589</c:v>
                </c:pt>
                <c:pt idx="13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1B-437A-878A-4AE480721E96}"/>
            </c:ext>
          </c:extLst>
        </c:ser>
        <c:ser>
          <c:idx val="1"/>
          <c:order val="1"/>
          <c:tx>
            <c:strRef>
              <c:f>'Demand forecast'!$C$1</c:f>
              <c:strCache>
                <c:ptCount val="1"/>
                <c:pt idx="0">
                  <c:v>Forecast(Rider Count)</c:v>
                </c:pt>
              </c:strCache>
            </c:strRef>
          </c:tx>
          <c:spPr>
            <a:ln w="254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cat>
            <c:numRef>
              <c:f>'Demand forecast'!$A$2:$A$29</c:f>
              <c:numCache>
                <c:formatCode>[$-409]d/mmm;@</c:formatCode>
                <c:ptCount val="28"/>
                <c:pt idx="0">
                  <c:v>46054</c:v>
                </c:pt>
                <c:pt idx="1">
                  <c:v>46055</c:v>
                </c:pt>
                <c:pt idx="2">
                  <c:v>46056</c:v>
                </c:pt>
                <c:pt idx="3">
                  <c:v>46057</c:v>
                </c:pt>
                <c:pt idx="4">
                  <c:v>46058</c:v>
                </c:pt>
                <c:pt idx="5">
                  <c:v>46059</c:v>
                </c:pt>
                <c:pt idx="6">
                  <c:v>46060</c:v>
                </c:pt>
                <c:pt idx="7">
                  <c:v>46061</c:v>
                </c:pt>
                <c:pt idx="8">
                  <c:v>46062</c:v>
                </c:pt>
                <c:pt idx="9">
                  <c:v>46063</c:v>
                </c:pt>
                <c:pt idx="10">
                  <c:v>46064</c:v>
                </c:pt>
                <c:pt idx="11">
                  <c:v>46065</c:v>
                </c:pt>
                <c:pt idx="12">
                  <c:v>46066</c:v>
                </c:pt>
                <c:pt idx="13">
                  <c:v>46067</c:v>
                </c:pt>
                <c:pt idx="14">
                  <c:v>46068</c:v>
                </c:pt>
                <c:pt idx="15">
                  <c:v>46069</c:v>
                </c:pt>
                <c:pt idx="16">
                  <c:v>46070</c:v>
                </c:pt>
                <c:pt idx="17">
                  <c:v>46071</c:v>
                </c:pt>
                <c:pt idx="18">
                  <c:v>46072</c:v>
                </c:pt>
                <c:pt idx="19">
                  <c:v>46073</c:v>
                </c:pt>
                <c:pt idx="20">
                  <c:v>46074</c:v>
                </c:pt>
                <c:pt idx="21">
                  <c:v>46075</c:v>
                </c:pt>
                <c:pt idx="22">
                  <c:v>46076</c:v>
                </c:pt>
                <c:pt idx="23">
                  <c:v>46077</c:v>
                </c:pt>
                <c:pt idx="24">
                  <c:v>46078</c:v>
                </c:pt>
                <c:pt idx="25">
                  <c:v>46079</c:v>
                </c:pt>
                <c:pt idx="26">
                  <c:v>46080</c:v>
                </c:pt>
                <c:pt idx="27">
                  <c:v>46081</c:v>
                </c:pt>
              </c:numCache>
            </c:numRef>
          </c:cat>
          <c:val>
            <c:numRef>
              <c:f>'Demand forecast'!$C$2:$C$29</c:f>
              <c:numCache>
                <c:formatCode>General</c:formatCode>
                <c:ptCount val="28"/>
                <c:pt idx="13" formatCode="0">
                  <c:v>151</c:v>
                </c:pt>
                <c:pt idx="14" formatCode="0">
                  <c:v>1105.5389852346573</c:v>
                </c:pt>
                <c:pt idx="15" formatCode="0">
                  <c:v>1077.433837845477</c:v>
                </c:pt>
                <c:pt idx="16" formatCode="0">
                  <c:v>1049.328690456297</c:v>
                </c:pt>
                <c:pt idx="17" formatCode="0">
                  <c:v>1021.2235430671168</c:v>
                </c:pt>
                <c:pt idx="18" formatCode="0">
                  <c:v>993.11839567793686</c:v>
                </c:pt>
                <c:pt idx="19" formatCode="0">
                  <c:v>965.01324828875659</c:v>
                </c:pt>
                <c:pt idx="20" formatCode="0">
                  <c:v>936.90810089957665</c:v>
                </c:pt>
                <c:pt idx="21" formatCode="0">
                  <c:v>908.80295351039638</c:v>
                </c:pt>
                <c:pt idx="22" formatCode="0">
                  <c:v>880.69780612121644</c:v>
                </c:pt>
                <c:pt idx="23" formatCode="0">
                  <c:v>852.59265873203606</c:v>
                </c:pt>
                <c:pt idx="24" formatCode="0">
                  <c:v>824.48751134285624</c:v>
                </c:pt>
                <c:pt idx="25" formatCode="0">
                  <c:v>796.38236395367596</c:v>
                </c:pt>
                <c:pt idx="26" formatCode="0">
                  <c:v>768.27721656449603</c:v>
                </c:pt>
                <c:pt idx="27" formatCode="0">
                  <c:v>740.17206917531564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1B-437A-878A-4AE480721E96}"/>
            </c:ext>
          </c:extLst>
        </c:ser>
        <c:ser>
          <c:idx val="2"/>
          <c:order val="2"/>
          <c:tx>
            <c:strRef>
              <c:f>'Demand forecast'!$D$1</c:f>
              <c:strCache>
                <c:ptCount val="1"/>
                <c:pt idx="0">
                  <c:v>Lower Confidence Bound(Rider Count)</c:v>
                </c:pt>
              </c:strCache>
            </c:strRef>
          </c:tx>
          <c:spPr>
            <a:ln w="12700" cap="rnd">
              <a:solidFill>
                <a:schemeClr val="accent6">
                  <a:lumMod val="50000"/>
                </a:schemeClr>
              </a:solidFill>
              <a:prstDash val="lgDash"/>
              <a:round/>
            </a:ln>
            <a:effectLst/>
          </c:spPr>
          <c:marker>
            <c:symbol val="circle"/>
            <c:size val="3"/>
            <c:spPr>
              <a:solidFill>
                <a:schemeClr val="accent5">
                  <a:lumMod val="50000"/>
                </a:schemeClr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'Demand forecast'!$A$2:$A$29</c:f>
              <c:numCache>
                <c:formatCode>[$-409]d/mmm;@</c:formatCode>
                <c:ptCount val="28"/>
                <c:pt idx="0">
                  <c:v>46054</c:v>
                </c:pt>
                <c:pt idx="1">
                  <c:v>46055</c:v>
                </c:pt>
                <c:pt idx="2">
                  <c:v>46056</c:v>
                </c:pt>
                <c:pt idx="3">
                  <c:v>46057</c:v>
                </c:pt>
                <c:pt idx="4">
                  <c:v>46058</c:v>
                </c:pt>
                <c:pt idx="5">
                  <c:v>46059</c:v>
                </c:pt>
                <c:pt idx="6">
                  <c:v>46060</c:v>
                </c:pt>
                <c:pt idx="7">
                  <c:v>46061</c:v>
                </c:pt>
                <c:pt idx="8">
                  <c:v>46062</c:v>
                </c:pt>
                <c:pt idx="9">
                  <c:v>46063</c:v>
                </c:pt>
                <c:pt idx="10">
                  <c:v>46064</c:v>
                </c:pt>
                <c:pt idx="11">
                  <c:v>46065</c:v>
                </c:pt>
                <c:pt idx="12">
                  <c:v>46066</c:v>
                </c:pt>
                <c:pt idx="13">
                  <c:v>46067</c:v>
                </c:pt>
                <c:pt idx="14">
                  <c:v>46068</c:v>
                </c:pt>
                <c:pt idx="15">
                  <c:v>46069</c:v>
                </c:pt>
                <c:pt idx="16">
                  <c:v>46070</c:v>
                </c:pt>
                <c:pt idx="17">
                  <c:v>46071</c:v>
                </c:pt>
                <c:pt idx="18">
                  <c:v>46072</c:v>
                </c:pt>
                <c:pt idx="19">
                  <c:v>46073</c:v>
                </c:pt>
                <c:pt idx="20">
                  <c:v>46074</c:v>
                </c:pt>
                <c:pt idx="21">
                  <c:v>46075</c:v>
                </c:pt>
                <c:pt idx="22">
                  <c:v>46076</c:v>
                </c:pt>
                <c:pt idx="23">
                  <c:v>46077</c:v>
                </c:pt>
                <c:pt idx="24">
                  <c:v>46078</c:v>
                </c:pt>
                <c:pt idx="25">
                  <c:v>46079</c:v>
                </c:pt>
                <c:pt idx="26">
                  <c:v>46080</c:v>
                </c:pt>
                <c:pt idx="27">
                  <c:v>46081</c:v>
                </c:pt>
              </c:numCache>
            </c:numRef>
          </c:cat>
          <c:val>
            <c:numRef>
              <c:f>'Demand forecast'!$D$2:$D$29</c:f>
              <c:numCache>
                <c:formatCode>General</c:formatCode>
                <c:ptCount val="28"/>
                <c:pt idx="13" formatCode="0">
                  <c:v>0</c:v>
                </c:pt>
                <c:pt idx="14" formatCode="0">
                  <c:v>276.77280604639122</c:v>
                </c:pt>
                <c:pt idx="15" formatCode="0">
                  <c:v>222.95983031512799</c:v>
                </c:pt>
                <c:pt idx="16" formatCode="0">
                  <c:v>169.70162938231249</c:v>
                </c:pt>
                <c:pt idx="17" formatCode="0">
                  <c:v>116.95114795648556</c:v>
                </c:pt>
                <c:pt idx="18" formatCode="0">
                  <c:v>64.667213758218963</c:v>
                </c:pt>
                <c:pt idx="19" formatCode="0">
                  <c:v>12.813564279448656</c:v>
                </c:pt>
                <c:pt idx="20" formatCode="0">
                  <c:v>0</c:v>
                </c:pt>
                <c:pt idx="21" formatCode="0">
                  <c:v>0</c:v>
                </c:pt>
                <c:pt idx="22" formatCode="0">
                  <c:v>0</c:v>
                </c:pt>
                <c:pt idx="23" formatCode="0">
                  <c:v>0</c:v>
                </c:pt>
                <c:pt idx="24" formatCode="0">
                  <c:v>0</c:v>
                </c:pt>
                <c:pt idx="25" formatCode="0">
                  <c:v>0</c:v>
                </c:pt>
                <c:pt idx="26" formatCode="0">
                  <c:v>0</c:v>
                </c:pt>
                <c:pt idx="27" formatCode="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1B-437A-878A-4AE480721E96}"/>
            </c:ext>
          </c:extLst>
        </c:ser>
        <c:ser>
          <c:idx val="3"/>
          <c:order val="3"/>
          <c:tx>
            <c:strRef>
              <c:f>'Demand forecast'!$E$1</c:f>
              <c:strCache>
                <c:ptCount val="1"/>
                <c:pt idx="0">
                  <c:v>Upper Confidence Bound(Rider Count)</c:v>
                </c:pt>
              </c:strCache>
            </c:strRef>
          </c:tx>
          <c:spPr>
            <a:ln w="12700" cap="rnd">
              <a:solidFill>
                <a:schemeClr val="tx2"/>
              </a:solidFill>
              <a:prstDash val="lgDash"/>
              <a:round/>
            </a:ln>
            <a:effectLst/>
          </c:spPr>
          <c:marker>
            <c:symbol val="none"/>
          </c:marker>
          <c:cat>
            <c:numRef>
              <c:f>'Demand forecast'!$A$2:$A$29</c:f>
              <c:numCache>
                <c:formatCode>[$-409]d/mmm;@</c:formatCode>
                <c:ptCount val="28"/>
                <c:pt idx="0">
                  <c:v>46054</c:v>
                </c:pt>
                <c:pt idx="1">
                  <c:v>46055</c:v>
                </c:pt>
                <c:pt idx="2">
                  <c:v>46056</c:v>
                </c:pt>
                <c:pt idx="3">
                  <c:v>46057</c:v>
                </c:pt>
                <c:pt idx="4">
                  <c:v>46058</c:v>
                </c:pt>
                <c:pt idx="5">
                  <c:v>46059</c:v>
                </c:pt>
                <c:pt idx="6">
                  <c:v>46060</c:v>
                </c:pt>
                <c:pt idx="7">
                  <c:v>46061</c:v>
                </c:pt>
                <c:pt idx="8">
                  <c:v>46062</c:v>
                </c:pt>
                <c:pt idx="9">
                  <c:v>46063</c:v>
                </c:pt>
                <c:pt idx="10">
                  <c:v>46064</c:v>
                </c:pt>
                <c:pt idx="11">
                  <c:v>46065</c:v>
                </c:pt>
                <c:pt idx="12">
                  <c:v>46066</c:v>
                </c:pt>
                <c:pt idx="13">
                  <c:v>46067</c:v>
                </c:pt>
                <c:pt idx="14">
                  <c:v>46068</c:v>
                </c:pt>
                <c:pt idx="15">
                  <c:v>46069</c:v>
                </c:pt>
                <c:pt idx="16">
                  <c:v>46070</c:v>
                </c:pt>
                <c:pt idx="17">
                  <c:v>46071</c:v>
                </c:pt>
                <c:pt idx="18">
                  <c:v>46072</c:v>
                </c:pt>
                <c:pt idx="19">
                  <c:v>46073</c:v>
                </c:pt>
                <c:pt idx="20">
                  <c:v>46074</c:v>
                </c:pt>
                <c:pt idx="21">
                  <c:v>46075</c:v>
                </c:pt>
                <c:pt idx="22">
                  <c:v>46076</c:v>
                </c:pt>
                <c:pt idx="23">
                  <c:v>46077</c:v>
                </c:pt>
                <c:pt idx="24">
                  <c:v>46078</c:v>
                </c:pt>
                <c:pt idx="25">
                  <c:v>46079</c:v>
                </c:pt>
                <c:pt idx="26">
                  <c:v>46080</c:v>
                </c:pt>
                <c:pt idx="27">
                  <c:v>46081</c:v>
                </c:pt>
              </c:numCache>
            </c:numRef>
          </c:cat>
          <c:val>
            <c:numRef>
              <c:f>'Demand forecast'!$E$2:$E$29</c:f>
              <c:numCache>
                <c:formatCode>General</c:formatCode>
                <c:ptCount val="28"/>
                <c:pt idx="13" formatCode="0">
                  <c:v>151</c:v>
                </c:pt>
                <c:pt idx="14" formatCode="0">
                  <c:v>1934.3051644229233</c:v>
                </c:pt>
                <c:pt idx="15" formatCode="0">
                  <c:v>1931.9078453758261</c:v>
                </c:pt>
                <c:pt idx="16" formatCode="0">
                  <c:v>1928.9557515302813</c:v>
                </c:pt>
                <c:pt idx="17" formatCode="0">
                  <c:v>1925.495938177748</c:v>
                </c:pt>
                <c:pt idx="18" formatCode="0">
                  <c:v>1921.5695775976546</c:v>
                </c:pt>
                <c:pt idx="19" formatCode="0">
                  <c:v>1917.2129322980645</c:v>
                </c:pt>
                <c:pt idx="20" formatCode="0">
                  <c:v>1912.458131048616</c:v>
                </c:pt>
                <c:pt idx="21" formatCode="0">
                  <c:v>1907.3337943981362</c:v>
                </c:pt>
                <c:pt idx="22" formatCode="0">
                  <c:v>1901.8655438483452</c:v>
                </c:pt>
                <c:pt idx="23" formatCode="0">
                  <c:v>1896.0764200541021</c:v>
                </c:pt>
                <c:pt idx="24" formatCode="0">
                  <c:v>1889.9872291349584</c:v>
                </c:pt>
                <c:pt idx="25" formatCode="0">
                  <c:v>1883.6168316275584</c:v>
                </c:pt>
                <c:pt idx="26" formatCode="0">
                  <c:v>1876.9823852630052</c:v>
                </c:pt>
                <c:pt idx="27" formatCode="0">
                  <c:v>1870.0995502659589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41B-437A-878A-4AE480721E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9025216"/>
        <c:axId val="915494840"/>
      </c:lineChart>
      <c:catAx>
        <c:axId val="100902521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94840"/>
        <c:crosses val="autoZero"/>
        <c:auto val="1"/>
        <c:lblAlgn val="ctr"/>
        <c:lblOffset val="100"/>
        <c:noMultiLvlLbl val="0"/>
      </c:catAx>
      <c:valAx>
        <c:axId val="915494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solidFill>
              <a:schemeClr val="accent6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02521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1694138804311496E-2"/>
          <c:y val="0.84374748232627295"/>
          <c:w val="0.94747441962436529"/>
          <c:h val="0.135419195758415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bg1">
          <a:lumMod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0.07671</cdr:x>
      <cdr:y>0.09636</cdr:y>
    </cdr:from>
    <cdr:to>
      <cdr:x>0.71423</cdr:x>
      <cdr:y>0.17151</cdr:y>
    </cdr:to>
    <cdr:sp macro="" textlink="">
      <cdr:nvSpPr>
        <cdr:cNvPr id="2" name="TextBox 8">
          <a:extLst xmlns:a="http://schemas.openxmlformats.org/drawingml/2006/main">
            <a:ext uri="{FF2B5EF4-FFF2-40B4-BE49-F238E27FC236}">
              <a16:creationId xmlns:a16="http://schemas.microsoft.com/office/drawing/2014/main" id="{25E68E7F-9E40-9435-7945-C28B9FB63542}"/>
            </a:ext>
          </a:extLst>
        </cdr:cNvPr>
        <cdr:cNvSpPr txBox="1"/>
      </cdr:nvSpPr>
      <cdr:spPr>
        <a:xfrm xmlns:a="http://schemas.openxmlformats.org/drawingml/2006/main">
          <a:off x="550053" y="420169"/>
          <a:ext cx="4571351" cy="32770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27432" tIns="9144" rIns="27432" bIns="9144" anchor="ctr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4572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93046"/>
              </a:solidFill>
              <a:effectLst/>
              <a:uLnTx/>
              <a:uFillTx/>
              <a:latin typeface="Aptos"/>
              <a:ea typeface="+mn-ea"/>
              <a:cs typeface="+mn-cs"/>
            </a:rPr>
            <a:t>Daily rider</a:t>
          </a:r>
          <a:r>
            <a:rPr lang="en-IN" sz="1600" b="1" dirty="0">
              <a:solidFill>
                <a:srgbClr val="193046"/>
              </a:solidFill>
              <a:latin typeface="Aptos"/>
            </a:rPr>
            <a:t> Demand</a:t>
          </a:r>
          <a:endParaRPr kumimoji="0" sz="1600" b="1" i="0" u="none" strike="noStrike" kern="1200" cap="none" spc="0" normalizeH="0" baseline="0" noProof="0" dirty="0">
            <a:ln>
              <a:noFill/>
            </a:ln>
            <a:solidFill>
              <a:srgbClr val="193046"/>
            </a:solidFill>
            <a:effectLst/>
            <a:uLnTx/>
            <a:uFillTx/>
            <a:latin typeface="Aptos"/>
            <a:ea typeface="+mn-ea"/>
            <a:cs typeface="+mn-cs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94AA8-9D35-440C-9AE4-DBC325443EB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B446A-7065-40A4-A1A5-42E12120A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47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87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8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83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4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1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8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9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9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7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3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36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567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36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51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75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39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99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650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969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1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281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4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16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84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6AEFB7-5F94-05A6-9249-8D736A8EB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9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426189"/>
            <a:ext cx="10881360" cy="40626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ptos" panose="020B0004020202020204" pitchFamily="34" charset="0"/>
              </a:rPr>
              <a:t>Bike Rental Analysis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119579" cy="1078992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1078992"/>
          </a:xfrm>
          <a:prstGeom prst="rect">
            <a:avLst/>
          </a:prstGeom>
          <a:solidFill>
            <a:srgbClr val="00A39B"/>
          </a:solidFill>
          <a:ln>
            <a:solidFill>
              <a:srgbClr val="00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527048"/>
            <a:ext cx="1890979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2100" b="1">
                <a:solidFill>
                  <a:srgbClr val="142A40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92808"/>
            <a:ext cx="1890979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10" b="1">
                <a:solidFill>
                  <a:srgbClr val="607182"/>
                </a:solidFill>
                <a:latin typeface="Aptos"/>
              </a:defRPr>
            </a:pPr>
            <a:r>
              <a:t>TOTAL RIDERS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30552"/>
            <a:ext cx="1890979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00" b="0">
                <a:solidFill>
                  <a:srgbClr val="607182"/>
                </a:solidFill>
                <a:latin typeface="Aptos"/>
              </a:defRPr>
            </a:pPr>
            <a:r>
              <a:t>Recorded rider 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8803" y="1417320"/>
            <a:ext cx="2119579" cy="1078992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68803" y="1417320"/>
            <a:ext cx="54864" cy="1078992"/>
          </a:xfrm>
          <a:prstGeom prst="rect">
            <a:avLst/>
          </a:prstGeom>
          <a:solidFill>
            <a:srgbClr val="AECFC5"/>
          </a:solidFill>
          <a:ln>
            <a:solidFill>
              <a:srgbClr val="AE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5107" y="1527048"/>
            <a:ext cx="1890979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2100" b="1">
                <a:solidFill>
                  <a:srgbClr val="142A40"/>
                </a:solidFill>
                <a:latin typeface="Aptos"/>
              </a:defRPr>
            </a:pPr>
            <a:r>
              <a:t>53,383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5107" y="1892808"/>
            <a:ext cx="1890979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10" b="1">
                <a:solidFill>
                  <a:srgbClr val="607182"/>
                </a:solidFill>
                <a:latin typeface="Aptos"/>
              </a:defRPr>
            </a:pPr>
            <a:r>
              <a:t>REGISTERED RIDERS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5107" y="2130552"/>
            <a:ext cx="1890979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00" b="0">
                <a:solidFill>
                  <a:srgbClr val="607182"/>
                </a:solidFill>
                <a:latin typeface="Aptos"/>
              </a:defRPr>
            </a:pPr>
            <a:r>
              <a:t>91.56% of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4686" y="1417320"/>
            <a:ext cx="2119579" cy="1078992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34686" y="1417320"/>
            <a:ext cx="54864" cy="1078992"/>
          </a:xfrm>
          <a:prstGeom prst="rect">
            <a:avLst/>
          </a:prstGeom>
          <a:solidFill>
            <a:srgbClr val="AECFC5"/>
          </a:solidFill>
          <a:ln>
            <a:solidFill>
              <a:srgbClr val="AE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0990" y="1527048"/>
            <a:ext cx="1890979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2100" b="1">
                <a:solidFill>
                  <a:srgbClr val="142A40"/>
                </a:solidFill>
                <a:latin typeface="Aptos"/>
              </a:defRPr>
            </a:pPr>
            <a:r>
              <a:t>4,921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990" y="1892808"/>
            <a:ext cx="1890979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10" b="1">
                <a:solidFill>
                  <a:srgbClr val="607182"/>
                </a:solidFill>
                <a:latin typeface="Aptos"/>
              </a:defRPr>
            </a:pPr>
            <a:r>
              <a:t>CASUAL RIDERS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0990" y="2130552"/>
            <a:ext cx="1890979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00" b="0">
                <a:solidFill>
                  <a:srgbClr val="607182"/>
                </a:solidFill>
                <a:latin typeface="Aptos"/>
              </a:defRPr>
            </a:pPr>
            <a:r>
              <a:t>8.44% of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0569" y="1417320"/>
            <a:ext cx="2119579" cy="1078992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00569" y="1417320"/>
            <a:ext cx="54864" cy="1078992"/>
          </a:xfrm>
          <a:prstGeom prst="rect">
            <a:avLst/>
          </a:prstGeom>
          <a:solidFill>
            <a:srgbClr val="00A39B"/>
          </a:solidFill>
          <a:ln>
            <a:solidFill>
              <a:srgbClr val="00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46873" y="1527048"/>
            <a:ext cx="1890979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2100" b="1">
                <a:solidFill>
                  <a:srgbClr val="142A40"/>
                </a:solidFill>
                <a:latin typeface="Aptos"/>
              </a:defRPr>
            </a:pPr>
            <a:r>
              <a:t>5:00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6873" y="1892808"/>
            <a:ext cx="1890979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10" b="1">
                <a:solidFill>
                  <a:srgbClr val="607182"/>
                </a:solidFill>
                <a:latin typeface="Aptos"/>
              </a:defRPr>
            </a:pPr>
            <a:r>
              <a:t>PEAK HOUR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6873" y="2130552"/>
            <a:ext cx="1890979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00" b="0">
                <a:solidFill>
                  <a:srgbClr val="607182"/>
                </a:solidFill>
                <a:latin typeface="Aptos"/>
              </a:defRPr>
            </a:pPr>
            <a:r>
              <a:t>140.2 avg. riders/hour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6452" y="1417320"/>
            <a:ext cx="2119579" cy="1078992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66452" y="1417320"/>
            <a:ext cx="54864" cy="1078992"/>
          </a:xfrm>
          <a:prstGeom prst="rect">
            <a:avLst/>
          </a:prstGeom>
          <a:solidFill>
            <a:srgbClr val="AECFC5"/>
          </a:solidFill>
          <a:ln>
            <a:solidFill>
              <a:srgbClr val="AE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12756" y="1527048"/>
            <a:ext cx="1890979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2100" b="1">
                <a:solidFill>
                  <a:srgbClr val="142A40"/>
                </a:solidFill>
                <a:latin typeface="Aptos"/>
              </a:defRPr>
            </a:pPr>
            <a:r>
              <a:t>CLEAR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2756" y="1892808"/>
            <a:ext cx="1890979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10" b="1">
                <a:solidFill>
                  <a:srgbClr val="607182"/>
                </a:solidFill>
                <a:latin typeface="Aptos"/>
              </a:defRPr>
            </a:pPr>
            <a:r>
              <a:t>COMMON WEATHER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2756" y="2130552"/>
            <a:ext cx="1890979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800" b="0">
                <a:solidFill>
                  <a:srgbClr val="607182"/>
                </a:solidFill>
                <a:latin typeface="Aptos"/>
              </a:defRPr>
            </a:pPr>
            <a:r>
              <a:t>Dashboard’s most common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526" y="2926414"/>
            <a:ext cx="5486400" cy="25237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100" b="1">
                <a:solidFill>
                  <a:srgbClr val="00A39B"/>
                </a:solidFill>
                <a:latin typeface="Aptos"/>
              </a:defRPr>
            </a:pPr>
            <a:r>
              <a:rPr lang="en-IN" sz="1200" dirty="0"/>
              <a:t>INSIGHTS</a:t>
            </a:r>
            <a:r>
              <a:rPr lang="en-IN" sz="1400" dirty="0"/>
              <a:t>:</a:t>
            </a:r>
            <a:endParaRPr sz="1400" dirty="0"/>
          </a:p>
        </p:txBody>
      </p:sp>
      <p:sp>
        <p:nvSpPr>
          <p:cNvPr id="34" name="Rounded Rectangle 33"/>
          <p:cNvSpPr/>
          <p:nvPr/>
        </p:nvSpPr>
        <p:spPr>
          <a:xfrm>
            <a:off x="502920" y="3310128"/>
            <a:ext cx="3605784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67512" y="3474720"/>
            <a:ext cx="438912" cy="365760"/>
          </a:xfrm>
          <a:prstGeom prst="roundRect">
            <a:avLst/>
          </a:prstGeom>
          <a:solidFill>
            <a:srgbClr val="00A39B"/>
          </a:solidFill>
          <a:ln>
            <a:solidFill>
              <a:srgbClr val="00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" y="3474720"/>
            <a:ext cx="420624" cy="35661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3465576"/>
            <a:ext cx="2709672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100" b="1">
                <a:solidFill>
                  <a:srgbClr val="142A40"/>
                </a:solidFill>
                <a:latin typeface="Aptos"/>
              </a:defRPr>
            </a:pPr>
            <a:r>
              <a:t>CUSTOMER MIX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968496"/>
            <a:ext cx="3240024" cy="7589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50" b="0">
                <a:solidFill>
                  <a:srgbClr val="142A40"/>
                </a:solidFill>
                <a:latin typeface="Aptos"/>
              </a:defRPr>
            </a:pPr>
            <a:r>
              <a:rPr dirty="0"/>
              <a:t>Registered users account for 53,383 riders (91.56%), compared with 4,921 casual riders (8.44%).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791456"/>
            <a:ext cx="3240024" cy="10972"/>
          </a:xfrm>
          <a:prstGeom prst="rect">
            <a:avLst/>
          </a:prstGeom>
          <a:solidFill>
            <a:srgbClr val="DEE7EC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892040"/>
            <a:ext cx="3240024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19" b="0">
                <a:solidFill>
                  <a:srgbClr val="607182"/>
                </a:solidFill>
                <a:latin typeface="Aptos"/>
              </a:defRPr>
            </a:pPr>
            <a:r>
              <a:t>BUSINESS IMPLICATION  Prioritize retention and reliability for registered users while exploring ways to convert casual riders.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1584" y="3310128"/>
            <a:ext cx="3605784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456176" y="3474720"/>
            <a:ext cx="438912" cy="365760"/>
          </a:xfrm>
          <a:prstGeom prst="roundRect">
            <a:avLst/>
          </a:prstGeom>
          <a:solidFill>
            <a:srgbClr val="CD8F2B"/>
          </a:solidFill>
          <a:ln>
            <a:solidFill>
              <a:srgbClr val="CD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65320" y="3474720"/>
            <a:ext cx="420624" cy="35661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4816" y="3554495"/>
            <a:ext cx="2709672" cy="20621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100" b="1">
                <a:solidFill>
                  <a:srgbClr val="142A40"/>
                </a:solidFill>
                <a:latin typeface="Aptos"/>
              </a:defRPr>
            </a:pPr>
            <a:r>
              <a:rPr dirty="0"/>
              <a:t>DEMAND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4464" y="3968496"/>
            <a:ext cx="3240024" cy="7589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50" b="0">
                <a:solidFill>
                  <a:srgbClr val="142A40"/>
                </a:solidFill>
                <a:latin typeface="Aptos"/>
              </a:defRPr>
            </a:pPr>
            <a:r>
              <a:t>Hourly average demand peaks at 5:00 PM (140.2 riders), followed by 8:00 AM (128.3 riders).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74464" y="4791456"/>
            <a:ext cx="3240024" cy="10972"/>
          </a:xfrm>
          <a:prstGeom prst="rect">
            <a:avLst/>
          </a:prstGeom>
          <a:solidFill>
            <a:srgbClr val="DEE7EC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74464" y="4892040"/>
            <a:ext cx="3240024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19" b="0">
                <a:solidFill>
                  <a:srgbClr val="607182"/>
                </a:solidFill>
                <a:latin typeface="Aptos"/>
              </a:defRPr>
            </a:pPr>
            <a:r>
              <a:t>BUSINESS IMPLICATION  Evaluate staffing and bike availability around morning and evening peaks.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80248" y="3310128"/>
            <a:ext cx="3605784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244840" y="3474720"/>
            <a:ext cx="438912" cy="365760"/>
          </a:xfrm>
          <a:prstGeom prst="roundRect">
            <a:avLst/>
          </a:prstGeom>
          <a:solidFill>
            <a:srgbClr val="4B84AB"/>
          </a:solidFill>
          <a:ln>
            <a:solidFill>
              <a:srgbClr val="4B8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53984" y="3474720"/>
            <a:ext cx="420624" cy="35661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3480" y="3465576"/>
            <a:ext cx="2709672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100" b="1">
                <a:solidFill>
                  <a:srgbClr val="142A40"/>
                </a:solidFill>
                <a:latin typeface="Aptos"/>
              </a:defRPr>
            </a:pPr>
            <a:r>
              <a:rPr dirty="0"/>
              <a:t>WEATHER PATTERN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3128" y="3968496"/>
            <a:ext cx="3240024" cy="7589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50" b="0">
                <a:solidFill>
                  <a:srgbClr val="142A40"/>
                </a:solidFill>
                <a:latin typeface="Aptos"/>
              </a:defRPr>
            </a:pPr>
            <a:r>
              <a:t>Clear weather is the dashboard’s most common condition; clear-weather observations average about 61.7 riders per recorded hour.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3128" y="4791456"/>
            <a:ext cx="3240024" cy="10972"/>
          </a:xfrm>
          <a:prstGeom prst="rect">
            <a:avLst/>
          </a:prstGeom>
          <a:solidFill>
            <a:srgbClr val="DEE7EC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63128" y="4892040"/>
            <a:ext cx="3240024" cy="3198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19" b="0">
                <a:solidFill>
                  <a:srgbClr val="607182"/>
                </a:solidFill>
                <a:latin typeface="Aptos"/>
              </a:defRPr>
            </a:pPr>
            <a:r>
              <a:rPr dirty="0"/>
              <a:t>BUSINESS IMPLICATION  </a:t>
            </a:r>
            <a:r>
              <a:rPr lang="en-US" sz="919" dirty="0"/>
              <a:t>Align bike availability and operational planning with expected weather conditions</a:t>
            </a:r>
            <a:endParaRPr dirty="0"/>
          </a:p>
        </p:txBody>
      </p:sp>
      <p:sp>
        <p:nvSpPr>
          <p:cNvPr id="55" name="Rectangle 54"/>
          <p:cNvSpPr/>
          <p:nvPr/>
        </p:nvSpPr>
        <p:spPr>
          <a:xfrm>
            <a:off x="502920" y="6035040"/>
            <a:ext cx="11183112" cy="10972"/>
          </a:xfrm>
          <a:prstGeom prst="rect">
            <a:avLst/>
          </a:prstGeom>
          <a:solidFill>
            <a:srgbClr val="DEE7EC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018520" y="6108192"/>
            <a:ext cx="640080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1">
                <a:solidFill>
                  <a:srgbClr val="6071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7235CC4-EFD2-6717-2FAF-F8F6653EFFBF}"/>
              </a:ext>
            </a:extLst>
          </p:cNvPr>
          <p:cNvSpPr/>
          <p:nvPr/>
        </p:nvSpPr>
        <p:spPr>
          <a:xfrm>
            <a:off x="438912" y="987552"/>
            <a:ext cx="11292840" cy="41148"/>
          </a:xfrm>
          <a:prstGeom prst="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352" y="467166"/>
            <a:ext cx="960120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ptos" panose="020B0004020202020204" pitchFamily="34" charset="0"/>
              </a:rPr>
              <a:t>Bike Rental Analysis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72768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3816" y="1801952"/>
            <a:ext cx="31089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WEEKDAY VS. WEEKEND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79"/>
            <a:ext cx="65836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Weekday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505456"/>
            <a:ext cx="1965960" cy="201168"/>
          </a:xfrm>
          <a:prstGeom prst="rect">
            <a:avLst/>
          </a:prstGeom>
          <a:solidFill>
            <a:srgbClr val="F4F8FA"/>
          </a:solidFill>
          <a:ln>
            <a:solidFill>
              <a:srgbClr val="F4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81328" y="2505456"/>
            <a:ext cx="1778795" cy="201168"/>
          </a:xfrm>
          <a:prstGeom prst="rect">
            <a:avLst/>
          </a:prstGeom>
          <a:solidFill>
            <a:srgbClr val="23B49A"/>
          </a:solidFill>
          <a:ln>
            <a:solidFill>
              <a:srgbClr val="23B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2459736"/>
            <a:ext cx="502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63.3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907791"/>
            <a:ext cx="65836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Weekend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1328" y="2944368"/>
            <a:ext cx="1965960" cy="201168"/>
          </a:xfrm>
          <a:prstGeom prst="rect">
            <a:avLst/>
          </a:prstGeom>
          <a:solidFill>
            <a:srgbClr val="F4F8FA"/>
          </a:solidFill>
          <a:ln>
            <a:solidFill>
              <a:srgbClr val="F4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81328" y="2944368"/>
            <a:ext cx="1350554" cy="201168"/>
          </a:xfrm>
          <a:prstGeom prst="rect">
            <a:avLst/>
          </a:prstGeom>
          <a:solidFill>
            <a:srgbClr val="E0B94A"/>
          </a:solidFill>
          <a:ln>
            <a:solidFill>
              <a:srgbClr val="E0B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0440" y="2898648"/>
            <a:ext cx="502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48.1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364992"/>
            <a:ext cx="310896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Weekday demand is 31.7% higher.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572768"/>
            <a:ext cx="3566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81542" y="1794235"/>
            <a:ext cx="301752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MONTHLY DEMAND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2523744"/>
            <a:ext cx="6675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January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8384" y="2551176"/>
            <a:ext cx="1627632" cy="182880"/>
          </a:xfrm>
          <a:prstGeom prst="rect">
            <a:avLst/>
          </a:prstGeom>
          <a:solidFill>
            <a:srgbClr val="F4F8FA"/>
          </a:solidFill>
          <a:ln>
            <a:solidFill>
              <a:srgbClr val="F4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58384" y="2551176"/>
            <a:ext cx="1255957" cy="182880"/>
          </a:xfrm>
          <a:prstGeom prst="rect">
            <a:avLst/>
          </a:prstGeom>
          <a:solidFill>
            <a:srgbClr val="193046"/>
          </a:solidFill>
          <a:ln>
            <a:solidFill>
              <a:srgbClr val="19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0" y="2514600"/>
            <a:ext cx="66751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30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1,312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935224"/>
            <a:ext cx="6675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February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58384" y="2962656"/>
            <a:ext cx="1627632" cy="182880"/>
          </a:xfrm>
          <a:prstGeom prst="rect">
            <a:avLst/>
          </a:prstGeom>
          <a:solidFill>
            <a:srgbClr val="F4F8FA"/>
          </a:solidFill>
          <a:ln>
            <a:solidFill>
              <a:srgbClr val="F4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58384" y="2962656"/>
            <a:ext cx="1453539" cy="182880"/>
          </a:xfrm>
          <a:prstGeom prst="rect">
            <a:avLst/>
          </a:prstGeom>
          <a:solidFill>
            <a:srgbClr val="23B49A"/>
          </a:solidFill>
          <a:ln>
            <a:solidFill>
              <a:srgbClr val="23B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40880" y="2926079"/>
            <a:ext cx="66751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30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1,518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374136"/>
            <a:ext cx="299923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February is up 15.7% vs. January on these days.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3822191"/>
            <a:ext cx="365760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06027" y="4010450"/>
            <a:ext cx="31546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WEATHER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VS DEMAND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F7D6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370832" y="3822191"/>
            <a:ext cx="356616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08576" y="4022377"/>
            <a:ext cx="306324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TEMPERATURE VS DEMAND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F7D6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257429" y="1572767"/>
            <a:ext cx="3547872" cy="4462272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US" sz="9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394192" y="221284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23B49A"/>
          </a:solidFill>
          <a:ln>
            <a:solidFill>
              <a:srgbClr val="23B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94192" y="2212848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8" y="2194560"/>
            <a:ext cx="25146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Weekday-led demand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2432304"/>
            <a:ext cx="2514600" cy="1415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dirty="0">
                <a:latin typeface="Aptos" panose="020B0004020202020204" pitchFamily="34" charset="0"/>
              </a:rPr>
              <a:t>Weekdays average 31.7% above weekends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4192" y="308152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C77B57"/>
          </a:solidFill>
          <a:ln>
            <a:solidFill>
              <a:srgbClr val="C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94192" y="3081528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2974583"/>
            <a:ext cx="25146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Weather sensitivity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3203183"/>
            <a:ext cx="2514600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lvl="0"/>
            <a:r>
              <a:rPr lang="en-US" sz="800" dirty="0">
                <a:latin typeface="Aptos" panose="020B0004020202020204" pitchFamily="34" charset="0"/>
              </a:rPr>
              <a:t>Clear weather records (67.4%) of riders, followed by Mist with (32.6%), while Rain and Storm conditions account for much lower rider volumes.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5F6F7E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394192" y="395020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0B94A"/>
          </a:solidFill>
          <a:ln>
            <a:solidFill>
              <a:srgbClr val="E0B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94192" y="3950208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74252" y="3965128"/>
            <a:ext cx="2514600" cy="1631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Temperature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94192" y="481888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394192" y="4818888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87968" y="4800600"/>
            <a:ext cx="25146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Monthly direction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87968" y="5038344"/>
            <a:ext cx="2514600" cy="1415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dirty="0">
                <a:latin typeface="Aptos" panose="020B0004020202020204" pitchFamily="34" charset="0"/>
              </a:rPr>
              <a:t>Average daily total rises 15.7% from January to February</a:t>
            </a:r>
            <a:r>
              <a:rPr kumimoji="0" sz="740" b="0" i="0" u="none" strike="noStrike" kern="1200" cap="none" spc="0" normalizeH="0" baseline="0" noProof="0" dirty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46C44A-D0F2-E492-4045-56CF31868C84}"/>
              </a:ext>
            </a:extLst>
          </p:cNvPr>
          <p:cNvSpPr/>
          <p:nvPr/>
        </p:nvSpPr>
        <p:spPr>
          <a:xfrm>
            <a:off x="438912" y="987552"/>
            <a:ext cx="11292840" cy="41148"/>
          </a:xfrm>
          <a:prstGeom prst="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8E8F9AB7-7040-2CED-21B0-2F0741932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53927"/>
              </p:ext>
            </p:extLst>
          </p:nvPr>
        </p:nvGraphicFramePr>
        <p:xfrm>
          <a:off x="701305" y="4213583"/>
          <a:ext cx="2819135" cy="1821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8" name="Chart 67">
            <a:extLst>
              <a:ext uri="{FF2B5EF4-FFF2-40B4-BE49-F238E27FC236}">
                <a16:creationId xmlns:a16="http://schemas.microsoft.com/office/drawing/2014/main" id="{21C40E3F-A040-B8FB-211C-ECD4B9FBD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780734"/>
              </p:ext>
            </p:extLst>
          </p:nvPr>
        </p:nvGraphicFramePr>
        <p:xfrm>
          <a:off x="4581542" y="4225510"/>
          <a:ext cx="3300984" cy="1668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3733E7AC-2B67-3275-77D9-A9BC0D4A59CC}"/>
              </a:ext>
            </a:extLst>
          </p:cNvPr>
          <p:cNvSpPr txBox="1"/>
          <p:nvPr/>
        </p:nvSpPr>
        <p:spPr>
          <a:xfrm>
            <a:off x="8887968" y="4189238"/>
            <a:ext cx="2514600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lvl="0"/>
            <a:r>
              <a:rPr lang="en-US" sz="800" dirty="0"/>
              <a:t>Rider demand is highest at temperatures of 12–22°C (25,413 riders), while extreme cold (2–12°C) and high temperatures (42–52°C) see lower Demand.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5F6F7E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588" y="456426"/>
            <a:ext cx="5131458" cy="378792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</a:defRPr>
            </a:pPr>
            <a:r>
              <a:rPr sz="2101"/>
              <a:t>Bike Rental Analysis | Demand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588" y="1279600"/>
            <a:ext cx="5597586" cy="29725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" name="Rounded Rectangle 4"/>
          <p:cNvSpPr/>
          <p:nvPr/>
        </p:nvSpPr>
        <p:spPr>
          <a:xfrm>
            <a:off x="731711" y="1407650"/>
            <a:ext cx="384148" cy="310977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900"/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191" y="1451514"/>
            <a:ext cx="1668455" cy="224736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1100" b="1">
                <a:solidFill>
                  <a:srgbClr val="162B42"/>
                </a:solidFill>
                <a:latin typeface="Arial"/>
              </a:defRPr>
            </a:pPr>
            <a:r>
              <a:rPr sz="1100" dirty="0"/>
              <a:t>DAILY DEMAND TREND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2954" y="1279600"/>
            <a:ext cx="5597586" cy="29725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8" name="Rounded Rectangle 7"/>
          <p:cNvSpPr/>
          <p:nvPr/>
        </p:nvSpPr>
        <p:spPr>
          <a:xfrm>
            <a:off x="6521371" y="1425941"/>
            <a:ext cx="384148" cy="310977"/>
          </a:xfrm>
          <a:prstGeom prst="roundRect">
            <a:avLst/>
          </a:prstGeom>
          <a:solidFill>
            <a:srgbClr val="D3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900"/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8617" y="1451514"/>
            <a:ext cx="1368616" cy="224736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1100" b="1">
                <a:solidFill>
                  <a:srgbClr val="162B42"/>
                </a:solidFill>
                <a:latin typeface="Arial"/>
              </a:defRPr>
            </a:pPr>
            <a:r>
              <a:rPr sz="1100" dirty="0"/>
              <a:t>DEMAND BY HOUR</a:t>
            </a:r>
          </a:p>
        </p:txBody>
      </p:sp>
      <p:pic>
        <p:nvPicPr>
          <p:cNvPr id="10" name="Picture 9" descr="daily_demand_chart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7076" y="1782651"/>
            <a:ext cx="5286609" cy="2149400"/>
          </a:xfrm>
          <a:prstGeom prst="rect">
            <a:avLst/>
          </a:prstGeom>
        </p:spPr>
      </p:pic>
      <p:pic>
        <p:nvPicPr>
          <p:cNvPr id="11" name="Picture 10" descr="hourly_demand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297" y="1782651"/>
            <a:ext cx="5286609" cy="214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5613" y="4389370"/>
            <a:ext cx="2763206" cy="240080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800" b="1">
                <a:solidFill>
                  <a:srgbClr val="00A79D"/>
                </a:solidFill>
                <a:latin typeface="Arial"/>
              </a:defRPr>
            </a:pPr>
            <a:r>
              <a:rPr sz="1200" b="1" dirty="0">
                <a:solidFill>
                  <a:srgbClr val="00A69D"/>
                </a:solidFill>
                <a:latin typeface="Aptos"/>
              </a:rPr>
              <a:t>INSIGHTS:  DAILY VS HOURLY DEMAND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937" y="4766741"/>
            <a:ext cx="3548796" cy="139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4" name="Rounded Rectangle 13"/>
          <p:cNvSpPr/>
          <p:nvPr/>
        </p:nvSpPr>
        <p:spPr>
          <a:xfrm>
            <a:off x="539637" y="4819250"/>
            <a:ext cx="384148" cy="292684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900"/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249" y="4837543"/>
            <a:ext cx="1120086" cy="193950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900" b="1">
                <a:solidFill>
                  <a:srgbClr val="162B42"/>
                </a:solidFill>
                <a:latin typeface="Arial"/>
              </a:defRPr>
            </a:pPr>
            <a:r>
              <a:rPr sz="900"/>
              <a:t>DAILY SPIKE &amp; DIP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223" y="5185105"/>
            <a:ext cx="3018407" cy="609557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740" b="0">
                <a:solidFill>
                  <a:srgbClr val="162B42"/>
                </a:solidFill>
                <a:latin typeface="Arial"/>
              </a:defRPr>
            </a:pPr>
            <a:r>
              <a:rPr sz="1200" dirty="0">
                <a:latin typeface="Aptos Display" panose="020B0004020202020204" pitchFamily="34" charset="0"/>
              </a:rPr>
              <a:t>Daily demand peaked on 25-Jan at 1,985 riders. </a:t>
            </a:r>
            <a:endParaRPr lang="en-IN" sz="1200" dirty="0">
              <a:latin typeface="Aptos Display" panose="020B0004020202020204" pitchFamily="34" charset="0"/>
            </a:endParaRPr>
          </a:p>
          <a:p>
            <a:pPr>
              <a:defRPr sz="740" b="0">
                <a:solidFill>
                  <a:srgbClr val="162B42"/>
                </a:solidFill>
                <a:latin typeface="Arial"/>
              </a:defRPr>
            </a:pPr>
            <a:r>
              <a:rPr sz="1200" dirty="0">
                <a:latin typeface="Aptos Display" panose="020B0004020202020204" pitchFamily="34" charset="0"/>
              </a:rPr>
              <a:t>The lowest recorded day was 14-Feb (151); </a:t>
            </a:r>
            <a:endParaRPr lang="en-IN" sz="1200" dirty="0">
              <a:latin typeface="Aptos Display" panose="020B0004020202020204" pitchFamily="34" charset="0"/>
            </a:endParaRPr>
          </a:p>
          <a:p>
            <a:pPr>
              <a:defRPr sz="740" b="0">
                <a:solidFill>
                  <a:srgbClr val="162B42"/>
                </a:solidFill>
                <a:latin typeface="Arial"/>
              </a:defRPr>
            </a:pPr>
            <a:r>
              <a:rPr sz="1200" dirty="0">
                <a:latin typeface="Aptos Display" panose="020B0004020202020204" pitchFamily="34" charset="0"/>
              </a:rPr>
              <a:t>demand fell sharply after the Jan 25 peak</a:t>
            </a:r>
            <a:r>
              <a:rPr sz="74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223" y="5788766"/>
            <a:ext cx="3219526" cy="22866"/>
          </a:xfrm>
          <a:prstGeom prst="rect">
            <a:avLst/>
          </a:prstGeom>
          <a:solidFill>
            <a:srgbClr val="D6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8" name="Rounded Rectangle 17"/>
          <p:cNvSpPr/>
          <p:nvPr/>
        </p:nvSpPr>
        <p:spPr>
          <a:xfrm>
            <a:off x="4317093" y="4691201"/>
            <a:ext cx="3548796" cy="139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4445141" y="4819250"/>
            <a:ext cx="384148" cy="292684"/>
          </a:xfrm>
          <a:prstGeom prst="roundRect">
            <a:avLst/>
          </a:prstGeom>
          <a:solidFill>
            <a:srgbClr val="D3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900"/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0755" y="4837543"/>
            <a:ext cx="895606" cy="193950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900" b="1">
                <a:solidFill>
                  <a:srgbClr val="162B42"/>
                </a:solidFill>
                <a:latin typeface="Arial"/>
              </a:defRPr>
            </a:pPr>
            <a:r>
              <a:rPr sz="900"/>
              <a:t>HOURLY PEAK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1727" y="5185105"/>
            <a:ext cx="3294827" cy="424746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740" b="0">
                <a:solidFill>
                  <a:srgbClr val="162B42"/>
                </a:solidFill>
                <a:latin typeface="Arial"/>
              </a:defRPr>
            </a:pPr>
            <a:r>
              <a:rPr sz="1200" dirty="0">
                <a:latin typeface="Aptos" panose="020B0004020202020204" pitchFamily="34" charset="0"/>
              </a:rPr>
              <a:t>The strongest hour is 5 PM (140.2 average </a:t>
            </a:r>
          </a:p>
          <a:p>
            <a:pPr>
              <a:defRPr sz="740" b="0">
                <a:solidFill>
                  <a:srgbClr val="162B42"/>
                </a:solidFill>
                <a:latin typeface="Arial"/>
              </a:defRPr>
            </a:pPr>
            <a:r>
              <a:rPr sz="1200" dirty="0">
                <a:latin typeface="Aptos" panose="020B0004020202020204" pitchFamily="34" charset="0"/>
              </a:rPr>
              <a:t>riders/hour), with a second surge at 8 AM (128.3).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1727" y="5788766"/>
            <a:ext cx="3219526" cy="22866"/>
          </a:xfrm>
          <a:prstGeom prst="rect">
            <a:avLst/>
          </a:prstGeom>
          <a:solidFill>
            <a:srgbClr val="D6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222598" y="4691201"/>
            <a:ext cx="3548796" cy="139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4" name="Rounded Rectangle 23"/>
          <p:cNvSpPr/>
          <p:nvPr/>
        </p:nvSpPr>
        <p:spPr>
          <a:xfrm>
            <a:off x="8350647" y="4819250"/>
            <a:ext cx="384148" cy="292684"/>
          </a:xfrm>
          <a:prstGeom prst="roundRect">
            <a:avLst/>
          </a:prstGeom>
          <a:solidFill>
            <a:srgbClr val="4F8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900"/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6259" y="4837543"/>
            <a:ext cx="1043122" cy="193950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>
              <a:defRPr sz="900" b="1">
                <a:solidFill>
                  <a:srgbClr val="162B42"/>
                </a:solidFill>
                <a:latin typeface="Arial"/>
              </a:defRPr>
            </a:pPr>
            <a:r>
              <a:rPr sz="900"/>
              <a:t>OVERNIGHT 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6259" y="5031493"/>
            <a:ext cx="2969654" cy="794078"/>
          </a:xfrm>
          <a:prstGeom prst="rect">
            <a:avLst/>
          </a:prstGeom>
          <a:noFill/>
        </p:spPr>
        <p:txBody>
          <a:bodyPr wrap="square" lIns="27439" tIns="27439" rIns="27439" bIns="27439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Overnight demand is lowest at 4 AM (2.2 average riders/hour). Prioritize bike availability and staffing during the morning and evening peak hours.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7233" y="5788766"/>
            <a:ext cx="3219526" cy="22866"/>
          </a:xfrm>
          <a:prstGeom prst="rect">
            <a:avLst/>
          </a:prstGeom>
          <a:solidFill>
            <a:srgbClr val="D6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9" name="TextBox 28"/>
          <p:cNvSpPr txBox="1"/>
          <p:nvPr/>
        </p:nvSpPr>
        <p:spPr>
          <a:xfrm>
            <a:off x="11479372" y="6337550"/>
            <a:ext cx="154826" cy="163164"/>
          </a:xfrm>
          <a:prstGeom prst="rect">
            <a:avLst/>
          </a:prstGeom>
          <a:noFill/>
        </p:spPr>
        <p:txBody>
          <a:bodyPr wrap="none" lIns="27439" tIns="27439" rIns="27439" bIns="27439">
            <a:spAutoFit/>
          </a:bodyPr>
          <a:lstStyle/>
          <a:p>
            <a:pPr algn="r">
              <a:defRPr sz="700" b="1">
                <a:solidFill>
                  <a:srgbClr val="53677D"/>
                </a:solidFill>
                <a:latin typeface="Arial"/>
              </a:defRPr>
            </a:pPr>
            <a:r>
              <a:rPr sz="700"/>
              <a:t>02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A752B-1B25-A1BB-A1C1-D570A8C65E69}"/>
              </a:ext>
            </a:extLst>
          </p:cNvPr>
          <p:cNvSpPr/>
          <p:nvPr/>
        </p:nvSpPr>
        <p:spPr>
          <a:xfrm>
            <a:off x="438912" y="987552"/>
            <a:ext cx="11292840" cy="41148"/>
          </a:xfrm>
          <a:prstGeom prst="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385240"/>
            <a:ext cx="10881360" cy="41148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/>
            <a:r>
              <a:rPr sz="2400" b="1">
                <a:solidFill>
                  <a:srgbClr val="0A0A0A"/>
                </a:solidFill>
                <a:latin typeface="Aptos"/>
              </a:rPr>
              <a:t>Bike Rental Analysis | Weather &amp; Rider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87552"/>
            <a:ext cx="11292840" cy="41148"/>
          </a:xfrm>
          <a:prstGeom prst="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3776" y="1170432"/>
            <a:ext cx="5504688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9632" y="1170432"/>
            <a:ext cx="5532120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9508" y="1377563"/>
            <a:ext cx="384048" cy="310896"/>
          </a:xfrm>
          <a:prstGeom prst="round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4277" y="1377563"/>
            <a:ext cx="384048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0805" y="1377563"/>
            <a:ext cx="4389120" cy="32918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/>
            <a:r>
              <a:rPr sz="1300" b="1" dirty="0">
                <a:solidFill>
                  <a:srgbClr val="18314E"/>
                </a:solidFill>
                <a:latin typeface="Aptos"/>
              </a:rPr>
              <a:t>TEMPERATURE VS RIDERS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3623" y="1344169"/>
            <a:ext cx="384048" cy="310896"/>
          </a:xfrm>
          <a:prstGeom prst="roundRect">
            <a:avLst/>
          </a:prstGeom>
          <a:solidFill>
            <a:srgbClr val="E09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3623" y="1377563"/>
            <a:ext cx="384048" cy="31089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4036" y="1354505"/>
            <a:ext cx="4389120" cy="32918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/>
            <a:r>
              <a:rPr sz="1300" b="1" dirty="0">
                <a:solidFill>
                  <a:srgbClr val="18314E"/>
                </a:solidFill>
                <a:latin typeface="Aptos"/>
              </a:rPr>
              <a:t>HUMIDITY VS RIDERS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725" y="4535048"/>
            <a:ext cx="2890407" cy="203133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/>
            <a:r>
              <a:rPr sz="1200" b="1" dirty="0">
                <a:solidFill>
                  <a:srgbClr val="00A69D"/>
                </a:solidFill>
                <a:latin typeface="Aptos"/>
              </a:rPr>
              <a:t>INSIGHTS: WEATHER VS RIDER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627" y="4828827"/>
            <a:ext cx="36576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585216" y="4892040"/>
            <a:ext cx="347472" cy="283464"/>
          </a:xfrm>
          <a:prstGeom prst="round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892040"/>
            <a:ext cx="347472" cy="28346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902377"/>
            <a:ext cx="2907792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/>
            <a:r>
              <a:rPr sz="1000" b="1" dirty="0">
                <a:solidFill>
                  <a:srgbClr val="18314E"/>
                </a:solidFill>
                <a:latin typeface="Aptos"/>
              </a:rPr>
              <a:t>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250199"/>
            <a:ext cx="2971099" cy="7571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The upward trend indicates a positive association, </a:t>
            </a:r>
          </a:p>
          <a:p>
            <a:r>
              <a:rPr lang="en-US" sz="1200" dirty="0">
                <a:latin typeface="Aptos" panose="020B0004020202020204" pitchFamily="34" charset="0"/>
              </a:rPr>
              <a:t>with rider counts generally increasing as temperatures rise</a:t>
            </a:r>
            <a:r>
              <a:rPr sz="1200" b="0" dirty="0">
                <a:solidFill>
                  <a:srgbClr val="23303E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4754880"/>
            <a:ext cx="36576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downward trend indicates a negative association, with rider counts generally decreasing as humidity increases.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496293" y="4864608"/>
            <a:ext cx="347472" cy="283464"/>
          </a:xfrm>
          <a:prstGeom prst="roundRect">
            <a:avLst/>
          </a:prstGeom>
          <a:solidFill>
            <a:srgbClr val="E09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96293" y="4873752"/>
            <a:ext cx="347472" cy="28346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3536" y="4864608"/>
            <a:ext cx="2907792" cy="29260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/>
            <a:r>
              <a:rPr sz="1000" b="1" dirty="0">
                <a:solidFill>
                  <a:srgbClr val="18314E"/>
                </a:solidFill>
                <a:latin typeface="Aptos"/>
              </a:rPr>
              <a:t>HUMIDITY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5221224"/>
            <a:ext cx="70597" cy="161583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930" b="0" dirty="0">
                <a:solidFill>
                  <a:srgbClr val="23303E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4754880"/>
            <a:ext cx="36576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0" y="4892040"/>
            <a:ext cx="347472" cy="283464"/>
          </a:xfrm>
          <a:prstGeom prst="roundRect">
            <a:avLst/>
          </a:prstGeom>
          <a:solidFill>
            <a:srgbClr val="4C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892040"/>
            <a:ext cx="347472" cy="283464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4924734"/>
            <a:ext cx="1277722" cy="17235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/>
            <a:r>
              <a:rPr lang="en-IN" sz="1000" b="1" dirty="0">
                <a:solidFill>
                  <a:srgbClr val="18314E"/>
                </a:solidFill>
                <a:latin typeface="Aptos"/>
              </a:rPr>
              <a:t>BUSINESS INSIGHTS</a:t>
            </a:r>
            <a:endParaRPr sz="1000" b="1" dirty="0">
              <a:solidFill>
                <a:srgbClr val="18314E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14477" y="5258714"/>
            <a:ext cx="3281283" cy="75713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Bike rental demand tends to be higher at warmer </a:t>
            </a:r>
          </a:p>
          <a:p>
            <a:r>
              <a:rPr lang="en-US" sz="1200" dirty="0">
                <a:latin typeface="Aptos" panose="020B0004020202020204" pitchFamily="34" charset="0"/>
              </a:rPr>
              <a:t>temperatures and lower under more humid </a:t>
            </a:r>
          </a:p>
          <a:p>
            <a:r>
              <a:rPr lang="en-US" sz="1200" dirty="0">
                <a:latin typeface="Aptos" panose="020B0004020202020204" pitchFamily="34" charset="0"/>
              </a:rPr>
              <a:t>conditions, indicating that weather conditions </a:t>
            </a:r>
          </a:p>
          <a:p>
            <a:r>
              <a:rPr lang="en-US" sz="1200" dirty="0">
                <a:latin typeface="Aptos" panose="020B0004020202020204" pitchFamily="34" charset="0"/>
              </a:rPr>
              <a:t>are associated with changes in rider activity</a:t>
            </a:r>
            <a:r>
              <a:rPr lang="en-US" sz="1000" dirty="0"/>
              <a:t>.</a:t>
            </a:r>
            <a:endParaRPr sz="930" b="0" dirty="0">
              <a:solidFill>
                <a:srgbClr val="23303E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E5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30000" y="6364224"/>
            <a:ext cx="365760" cy="16459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r"/>
            <a:r>
              <a:rPr sz="800" b="0">
                <a:solidFill>
                  <a:srgbClr val="4C91B8"/>
                </a:solidFill>
                <a:latin typeface="Aptos"/>
              </a:rPr>
              <a:t>03</a:t>
            </a: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B0855835-297B-4440-81C4-912C3E7DA6B0}"/>
              </a:ext>
            </a:extLst>
          </p:cNvPr>
          <p:cNvGraphicFramePr>
            <a:graphicFrameLocks/>
          </p:cNvGraphicFramePr>
          <p:nvPr/>
        </p:nvGraphicFramePr>
        <p:xfrm>
          <a:off x="6723623" y="1655065"/>
          <a:ext cx="4404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E9DBE64-0D66-4E9C-8CF4-1DE0F8BF4BB5}"/>
              </a:ext>
            </a:extLst>
          </p:cNvPr>
          <p:cNvGraphicFramePr>
            <a:graphicFrameLocks/>
          </p:cNvGraphicFramePr>
          <p:nvPr/>
        </p:nvGraphicFramePr>
        <p:xfrm>
          <a:off x="932688" y="1764395"/>
          <a:ext cx="4420800" cy="233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FE5467-F9A7-53F8-0867-0F7D4ED42143}"/>
              </a:ext>
            </a:extLst>
          </p:cNvPr>
          <p:cNvSpPr txBox="1"/>
          <p:nvPr/>
        </p:nvSpPr>
        <p:spPr>
          <a:xfrm>
            <a:off x="5065776" y="5221224"/>
            <a:ext cx="2546499" cy="7571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US" sz="1200" dirty="0"/>
              <a:t>The downward trend indicates a negative association, with rider counts generally decreasing as humidity increases. 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028" y="468103"/>
            <a:ext cx="5254407" cy="360237"/>
          </a:xfrm>
          <a:prstGeom prst="rect">
            <a:avLst/>
          </a:prstGeom>
          <a:noFill/>
        </p:spPr>
        <p:txBody>
          <a:bodyPr wrap="none" lIns="36586" tIns="18293" rIns="36586" bIns="18293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</a:defRPr>
            </a:pPr>
            <a:r>
              <a:rPr sz="2101" dirty="0">
                <a:latin typeface="Aptos" panose="020B0004020202020204" pitchFamily="34" charset="0"/>
              </a:rPr>
              <a:t>Bike Rental Analysis | Demand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901" y="6337550"/>
            <a:ext cx="173298" cy="144693"/>
          </a:xfrm>
          <a:prstGeom prst="rect">
            <a:avLst/>
          </a:prstGeom>
          <a:noFill/>
        </p:spPr>
        <p:txBody>
          <a:bodyPr wrap="none" lIns="36586" tIns="18293" rIns="36586" bIns="18293">
            <a:spAutoFit/>
          </a:bodyPr>
          <a:lstStyle/>
          <a:p>
            <a:pPr algn="r">
              <a:defRPr sz="700" b="1">
                <a:solidFill>
                  <a:srgbClr val="53677D"/>
                </a:solidFill>
                <a:latin typeface="Arial"/>
              </a:defRPr>
            </a:pPr>
            <a:r>
              <a:rPr sz="700"/>
              <a:t>03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0C958347-817A-41EF-B293-76F46028BC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4518797"/>
              </p:ext>
            </p:extLst>
          </p:nvPr>
        </p:nvGraphicFramePr>
        <p:xfrm>
          <a:off x="572031" y="1443899"/>
          <a:ext cx="7170551" cy="4360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9AF68F13-E378-C768-301C-73322A7803C3}"/>
              </a:ext>
            </a:extLst>
          </p:cNvPr>
          <p:cNvSpPr/>
          <p:nvPr/>
        </p:nvSpPr>
        <p:spPr>
          <a:xfrm>
            <a:off x="7976599" y="1167649"/>
            <a:ext cx="327355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Early February shows high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swings characterized by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sudden contractions rider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 volume on Feb 14.</a:t>
            </a:r>
            <a:endParaRPr sz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A9609F9B-2EE1-AD42-7A71-46FE784D49D5}"/>
              </a:ext>
            </a:extLst>
          </p:cNvPr>
          <p:cNvSpPr/>
          <p:nvPr/>
        </p:nvSpPr>
        <p:spPr>
          <a:xfrm>
            <a:off x="7976599" y="3957413"/>
            <a:ext cx="327355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 Mid-to-late February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 Forecasts a controlled, gradual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  normalization curve</a:t>
            </a:r>
          </a:p>
          <a:p>
            <a:pPr algn="ctr"/>
            <a:endParaRPr dirty="0"/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AD6FD910-3643-1C0E-E4B6-04F74750737D}"/>
              </a:ext>
            </a:extLst>
          </p:cNvPr>
          <p:cNvSpPr/>
          <p:nvPr/>
        </p:nvSpPr>
        <p:spPr>
          <a:xfrm>
            <a:off x="7976599" y="2526394"/>
            <a:ext cx="327355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 Model projects an immediate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  rebound  on Feb 15 to 1,105 riders</a:t>
            </a:r>
            <a:endParaRPr sz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F9BFD918-5D61-8A2E-EB3E-70F41E2C3DC0}"/>
              </a:ext>
            </a:extLst>
          </p:cNvPr>
          <p:cNvSpPr/>
          <p:nvPr/>
        </p:nvSpPr>
        <p:spPr>
          <a:xfrm>
            <a:off x="8175532" y="1334569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23B49A"/>
          </a:solidFill>
          <a:ln>
            <a:solidFill>
              <a:srgbClr val="23B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01</a:t>
            </a:r>
            <a:endParaRPr sz="1200" dirty="0"/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A675E7C6-23B0-B0E6-9372-067C7C55F74E}"/>
              </a:ext>
            </a:extLst>
          </p:cNvPr>
          <p:cNvSpPr/>
          <p:nvPr/>
        </p:nvSpPr>
        <p:spPr>
          <a:xfrm>
            <a:off x="8224036" y="2789847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E0B94A"/>
          </a:solidFill>
          <a:ln>
            <a:solidFill>
              <a:srgbClr val="E0B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02</a:t>
            </a:r>
            <a:endParaRPr sz="1200" dirty="0"/>
          </a:p>
        </p:txBody>
      </p:sp>
      <p:sp>
        <p:nvSpPr>
          <p:cNvPr id="39" name="Rounded Rectangle 24">
            <a:extLst>
              <a:ext uri="{FF2B5EF4-FFF2-40B4-BE49-F238E27FC236}">
                <a16:creationId xmlns:a16="http://schemas.microsoft.com/office/drawing/2014/main" id="{D4E26153-CD2B-BDE5-7ED2-09E252E3BD11}"/>
              </a:ext>
            </a:extLst>
          </p:cNvPr>
          <p:cNvSpPr/>
          <p:nvPr/>
        </p:nvSpPr>
        <p:spPr>
          <a:xfrm>
            <a:off x="8224036" y="4048853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C77B57"/>
          </a:solidFill>
          <a:ln>
            <a:solidFill>
              <a:srgbClr val="C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03</a:t>
            </a:r>
            <a:endParaRPr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741BEC-AA3E-1BB8-65B1-02B7E01ED990}"/>
              </a:ext>
            </a:extLst>
          </p:cNvPr>
          <p:cNvSpPr/>
          <p:nvPr/>
        </p:nvSpPr>
        <p:spPr>
          <a:xfrm>
            <a:off x="438912" y="987552"/>
            <a:ext cx="11292840" cy="41148"/>
          </a:xfrm>
          <a:prstGeom prst="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2064" y="603045"/>
            <a:ext cx="9601200" cy="3416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lvl="0"/>
            <a:r>
              <a:rPr kumimoji="0" lang="en-IN" sz="2100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Bike Rental Analysis 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|</a:t>
            </a:r>
            <a:r>
              <a:rPr lang="en-IN" sz="2100" b="1" dirty="0">
                <a:solidFill>
                  <a:srgbClr val="193046"/>
                </a:solidFill>
                <a:latin typeface="Aptos"/>
              </a:rPr>
              <a:t> Anomaly detection 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19304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295212"/>
            <a:ext cx="7882127" cy="46575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67028" y="1819656"/>
            <a:ext cx="438912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Daily rider count vs. thresholds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5568" y="5632704"/>
            <a:ext cx="6839712" cy="0"/>
          </a:xfrm>
          <a:prstGeom prst="line">
            <a:avLst/>
          </a:prstGeom>
          <a:ln w="8255">
            <a:solidFill>
              <a:srgbClr val="E5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5541264"/>
            <a:ext cx="32918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5568" y="5102352"/>
            <a:ext cx="6839712" cy="0"/>
          </a:xfrm>
          <a:prstGeom prst="line">
            <a:avLst/>
          </a:prstGeom>
          <a:ln w="8255">
            <a:solidFill>
              <a:srgbClr val="E5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5010912"/>
            <a:ext cx="32918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5568" y="4572000"/>
            <a:ext cx="6839712" cy="0"/>
          </a:xfrm>
          <a:prstGeom prst="line">
            <a:avLst/>
          </a:prstGeom>
          <a:ln w="8255">
            <a:solidFill>
              <a:srgbClr val="E5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480560"/>
            <a:ext cx="32918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5568" y="4041648"/>
            <a:ext cx="6839712" cy="0"/>
          </a:xfrm>
          <a:prstGeom prst="line">
            <a:avLst/>
          </a:prstGeom>
          <a:ln w="8255">
            <a:solidFill>
              <a:srgbClr val="E5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950208"/>
            <a:ext cx="32918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1500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5568" y="3511296"/>
            <a:ext cx="6839712" cy="0"/>
          </a:xfrm>
          <a:prstGeom prst="line">
            <a:avLst/>
          </a:prstGeom>
          <a:ln w="8255">
            <a:solidFill>
              <a:srgbClr val="E5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419856"/>
            <a:ext cx="32918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15568" y="2980944"/>
            <a:ext cx="6839712" cy="0"/>
          </a:xfrm>
          <a:prstGeom prst="line">
            <a:avLst/>
          </a:prstGeom>
          <a:ln w="8255">
            <a:solidFill>
              <a:srgbClr val="E5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2889504"/>
            <a:ext cx="32918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5568" y="2450592"/>
            <a:ext cx="6839712" cy="0"/>
          </a:xfrm>
          <a:prstGeom prst="line">
            <a:avLst/>
          </a:prstGeom>
          <a:ln w="8255">
            <a:solidFill>
              <a:srgbClr val="E5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2359152"/>
            <a:ext cx="32918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3000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15568" y="2450592"/>
            <a:ext cx="0" cy="3182112"/>
          </a:xfrm>
          <a:prstGeom prst="line">
            <a:avLst/>
          </a:prstGeom>
          <a:ln w="12700">
            <a:solidFill>
              <a:srgbClr val="19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15568" y="5632704"/>
            <a:ext cx="6839712" cy="0"/>
          </a:xfrm>
          <a:prstGeom prst="line">
            <a:avLst/>
          </a:prstGeom>
          <a:ln w="12700">
            <a:solidFill>
              <a:srgbClr val="19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15568" y="3087014"/>
            <a:ext cx="6839712" cy="0"/>
          </a:xfrm>
          <a:prstGeom prst="line">
            <a:avLst/>
          </a:prstGeom>
          <a:ln w="22860">
            <a:solidFill>
              <a:srgbClr val="C77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15568" y="5472537"/>
            <a:ext cx="6839712" cy="0"/>
          </a:xfrm>
          <a:prstGeom prst="line">
            <a:avLst/>
          </a:prstGeom>
          <a:ln w="19050">
            <a:solidFill>
              <a:srgbClr val="A4A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74420" y="4546762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115568" y="4587910"/>
            <a:ext cx="155448" cy="195170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229868" y="4741932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2" name="Connector 31"/>
          <p:cNvCxnSpPr/>
          <p:nvPr/>
        </p:nvCxnSpPr>
        <p:spPr>
          <a:xfrm flipV="1">
            <a:off x="1271016" y="4201814"/>
            <a:ext cx="155448" cy="581266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385316" y="4160666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4" name="Connector 33"/>
          <p:cNvCxnSpPr/>
          <p:nvPr/>
        </p:nvCxnSpPr>
        <p:spPr>
          <a:xfrm flipV="1">
            <a:off x="1426464" y="3975884"/>
            <a:ext cx="155448" cy="225930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540764" y="3934736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6" name="Connector 35"/>
          <p:cNvCxnSpPr/>
          <p:nvPr/>
        </p:nvCxnSpPr>
        <p:spPr>
          <a:xfrm flipV="1">
            <a:off x="1581912" y="3935577"/>
            <a:ext cx="155448" cy="40307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696212" y="3894429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8" name="Connector 37"/>
          <p:cNvCxnSpPr/>
          <p:nvPr/>
        </p:nvCxnSpPr>
        <p:spPr>
          <a:xfrm flipV="1">
            <a:off x="1737360" y="3929213"/>
            <a:ext cx="155447" cy="6364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851660" y="3888065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892807" y="3929213"/>
            <a:ext cx="155449" cy="101827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007108" y="3989892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2048256" y="4031040"/>
            <a:ext cx="155448" cy="584448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162556" y="4574340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2203704" y="4615488"/>
            <a:ext cx="155448" cy="145317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2318004" y="4719657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6" name="Connector 45"/>
          <p:cNvCxnSpPr/>
          <p:nvPr/>
        </p:nvCxnSpPr>
        <p:spPr>
          <a:xfrm flipV="1">
            <a:off x="2359152" y="4231514"/>
            <a:ext cx="155448" cy="52929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473452" y="4190366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2514600" y="4231514"/>
            <a:ext cx="155448" cy="61520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628900" y="4251886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2670048" y="4293034"/>
            <a:ext cx="155448" cy="10713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784348" y="4359017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2" name="Connector 51"/>
          <p:cNvCxnSpPr/>
          <p:nvPr/>
        </p:nvCxnSpPr>
        <p:spPr>
          <a:xfrm flipV="1">
            <a:off x="2825496" y="4141354"/>
            <a:ext cx="155448" cy="25881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939796" y="4100206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4" name="Connector 53"/>
          <p:cNvCxnSpPr/>
          <p:nvPr/>
        </p:nvCxnSpPr>
        <p:spPr>
          <a:xfrm flipV="1">
            <a:off x="2980944" y="4125443"/>
            <a:ext cx="155448" cy="1591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095244" y="4084295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3136392" y="4125443"/>
            <a:ext cx="155447" cy="183502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250691" y="4267797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3291839" y="4308945"/>
            <a:ext cx="155448" cy="4667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406139" y="4314468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3447287" y="4355616"/>
            <a:ext cx="155449" cy="216384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561588" y="4530852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3602736" y="4572000"/>
            <a:ext cx="155448" cy="336243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717036" y="4867095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4" name="Connector 63"/>
          <p:cNvCxnSpPr/>
          <p:nvPr/>
        </p:nvCxnSpPr>
        <p:spPr>
          <a:xfrm flipV="1">
            <a:off x="3758184" y="3882542"/>
            <a:ext cx="155448" cy="102570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872484" y="3841394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6" name="Connector 65"/>
          <p:cNvCxnSpPr/>
          <p:nvPr/>
        </p:nvCxnSpPr>
        <p:spPr>
          <a:xfrm flipV="1">
            <a:off x="3913632" y="3588727"/>
            <a:ext cx="155448" cy="293815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027932" y="3547579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4069080" y="3588727"/>
            <a:ext cx="155448" cy="407310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183380" y="3954889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4224528" y="3996037"/>
            <a:ext cx="155448" cy="596116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338828" y="4551005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2" name="Connector 71"/>
          <p:cNvCxnSpPr/>
          <p:nvPr/>
        </p:nvCxnSpPr>
        <p:spPr>
          <a:xfrm flipV="1">
            <a:off x="4379976" y="4586849"/>
            <a:ext cx="155448" cy="5304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494276" y="4545701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4" name="Connector 73"/>
          <p:cNvCxnSpPr/>
          <p:nvPr/>
        </p:nvCxnSpPr>
        <p:spPr>
          <a:xfrm flipV="1">
            <a:off x="4535424" y="4130747"/>
            <a:ext cx="155448" cy="456102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649724" y="4089599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6" name="Connector 75"/>
          <p:cNvCxnSpPr/>
          <p:nvPr/>
        </p:nvCxnSpPr>
        <p:spPr>
          <a:xfrm flipV="1">
            <a:off x="4690872" y="3527206"/>
            <a:ext cx="155448" cy="60354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805172" y="3486058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4846320" y="3527206"/>
            <a:ext cx="155448" cy="156878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960620" y="5054839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5001768" y="5095987"/>
            <a:ext cx="155448" cy="79553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5116068" y="5134392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Connector 81"/>
          <p:cNvCxnSpPr/>
          <p:nvPr/>
        </p:nvCxnSpPr>
        <p:spPr>
          <a:xfrm flipV="1">
            <a:off x="5157216" y="4394862"/>
            <a:ext cx="155448" cy="780678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271516" y="4353714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5312664" y="4394862"/>
            <a:ext cx="155448" cy="73189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426964" y="4426903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5468112" y="4468051"/>
            <a:ext cx="155447" cy="212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5582412" y="4429024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8" name="Connector 87"/>
          <p:cNvCxnSpPr/>
          <p:nvPr/>
        </p:nvCxnSpPr>
        <p:spPr>
          <a:xfrm flipV="1">
            <a:off x="5623559" y="4040587"/>
            <a:ext cx="155448" cy="429585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5737859" y="3999439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779007" y="4040587"/>
            <a:ext cx="155449" cy="149559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5893308" y="4148998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2" name="Connector 91"/>
          <p:cNvCxnSpPr/>
          <p:nvPr/>
        </p:nvCxnSpPr>
        <p:spPr>
          <a:xfrm flipV="1">
            <a:off x="5934456" y="4014069"/>
            <a:ext cx="155448" cy="176077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6048756" y="3972921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4" name="Connector 93"/>
          <p:cNvCxnSpPr/>
          <p:nvPr/>
        </p:nvCxnSpPr>
        <p:spPr>
          <a:xfrm flipV="1">
            <a:off x="6089904" y="3988612"/>
            <a:ext cx="155448" cy="25457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6204204" y="3947464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6" name="Connector 95"/>
          <p:cNvCxnSpPr/>
          <p:nvPr/>
        </p:nvCxnSpPr>
        <p:spPr>
          <a:xfrm flipV="1">
            <a:off x="6245352" y="3821021"/>
            <a:ext cx="155448" cy="167591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6359652" y="3779873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6400800" y="3821021"/>
            <a:ext cx="155448" cy="745675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6515100" y="4525548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0" name="Connector 99"/>
          <p:cNvCxnSpPr/>
          <p:nvPr/>
        </p:nvCxnSpPr>
        <p:spPr>
          <a:xfrm flipV="1">
            <a:off x="6556248" y="3911181"/>
            <a:ext cx="155448" cy="655515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6670548" y="3870033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6711696" y="3816778"/>
            <a:ext cx="155448" cy="94403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6825996" y="3775630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6867144" y="3816778"/>
            <a:ext cx="155448" cy="193048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981444" y="3968678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6" name="Connector 105"/>
          <p:cNvCxnSpPr/>
          <p:nvPr/>
        </p:nvCxnSpPr>
        <p:spPr>
          <a:xfrm flipV="1">
            <a:off x="7022592" y="3930274"/>
            <a:ext cx="155448" cy="79552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7136892" y="3889126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7178040" y="3930274"/>
            <a:ext cx="155448" cy="71067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7292340" y="3960193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7333488" y="3780714"/>
            <a:ext cx="155448" cy="220627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7447788" y="3739566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7488936" y="3780714"/>
            <a:ext cx="155448" cy="290633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7603236" y="4030199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4" name="Connector 113"/>
          <p:cNvCxnSpPr/>
          <p:nvPr/>
        </p:nvCxnSpPr>
        <p:spPr>
          <a:xfrm flipV="1">
            <a:off x="7644384" y="3947245"/>
            <a:ext cx="155448" cy="124102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7758684" y="3906097"/>
            <a:ext cx="82296" cy="82296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7799832" y="3947245"/>
            <a:ext cx="155448" cy="1525292"/>
          </a:xfrm>
          <a:prstGeom prst="line">
            <a:avLst/>
          </a:prstGeom>
          <a:ln w="2794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7895844" y="5413101"/>
            <a:ext cx="118872" cy="118872"/>
          </a:xfrm>
          <a:prstGeom prst="ellipse">
            <a:avLst/>
          </a:prstGeom>
          <a:solidFill>
            <a:srgbClr val="DC3E37"/>
          </a:solidFill>
          <a:ln>
            <a:solidFill>
              <a:srgbClr val="DC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86968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 Jan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53312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 Jan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19656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7 Jan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86000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 Jan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52344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13 Jan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18687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16 Jan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85032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19 Jan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51376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22 Jan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17720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 Jan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84064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28 Jan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50407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31 Jan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16752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 Feb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83096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 Feb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49440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9 Feb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15784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12 Feb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26680" y="5696712"/>
            <a:ext cx="457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0" i="0" u="none" strike="noStrike" kern="1200" cap="none" spc="0" normalizeH="0" baseline="0" noProof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14 Feb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2286000" y="6132841"/>
            <a:ext cx="228600" cy="0"/>
          </a:xfrm>
          <a:prstGeom prst="line">
            <a:avLst/>
          </a:prstGeom>
          <a:ln w="25400">
            <a:solidFill>
              <a:srgbClr val="6C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2428328" y="6094476"/>
            <a:ext cx="64008" cy="64008"/>
          </a:xfrm>
          <a:prstGeom prst="ellipse">
            <a:avLst/>
          </a:prstGeom>
          <a:solidFill>
            <a:srgbClr val="6CA646"/>
          </a:solidFill>
          <a:ln>
            <a:solidFill>
              <a:srgbClr val="6C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555748" y="6016752"/>
            <a:ext cx="1783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0" i="0" u="none" strike="noStrike" kern="1200" cap="none" spc="0" normalizeH="0" baseline="0" noProof="0" dirty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Daily total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3218687" y="6126480"/>
            <a:ext cx="228600" cy="0"/>
          </a:xfrm>
          <a:prstGeom prst="line">
            <a:avLst/>
          </a:prstGeom>
          <a:ln w="25400">
            <a:solidFill>
              <a:srgbClr val="C77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3325036" y="6091892"/>
            <a:ext cx="64008" cy="64008"/>
          </a:xfrm>
          <a:prstGeom prst="ellipse">
            <a:avLst/>
          </a:prstGeom>
          <a:solidFill>
            <a:srgbClr val="C77B57"/>
          </a:solidFill>
          <a:ln>
            <a:solidFill>
              <a:srgbClr val="C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3529584" y="6016752"/>
            <a:ext cx="1783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0" i="0" u="none" strike="noStrike" kern="1200" cap="none" spc="0" normalizeH="0" baseline="0" noProof="0" dirty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Upper threshold: 2,400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4846320" y="6100638"/>
            <a:ext cx="228600" cy="0"/>
          </a:xfrm>
          <a:prstGeom prst="line">
            <a:avLst/>
          </a:prstGeom>
          <a:ln w="25400">
            <a:solidFill>
              <a:srgbClr val="A4A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4823460" y="6094675"/>
            <a:ext cx="64008" cy="64008"/>
          </a:xfrm>
          <a:prstGeom prst="ellipse">
            <a:avLst/>
          </a:prstGeom>
          <a:solidFill>
            <a:srgbClr val="A4A9B0"/>
          </a:solidFill>
          <a:ln>
            <a:solidFill>
              <a:srgbClr val="A4A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102352" y="6007608"/>
            <a:ext cx="1783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0" i="0" u="none" strike="noStrike" kern="1200" cap="none" spc="0" normalizeH="0" baseline="0" noProof="0" dirty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Lower threshold: 151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668512" y="1682496"/>
            <a:ext cx="297180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0F7D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ANOMALY INSIGHTS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68512" y="1956816"/>
            <a:ext cx="29718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stands out in the data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22792" y="2313432"/>
            <a:ext cx="309067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8796528" y="249631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23B49A"/>
          </a:solidFill>
          <a:ln>
            <a:solidFill>
              <a:srgbClr val="23B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8796528" y="2496312"/>
            <a:ext cx="393192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308592" y="2452007"/>
            <a:ext cx="2148840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Anomaly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19304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9308592" y="2688336"/>
            <a:ext cx="2148840" cy="43396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lvl="0"/>
            <a:r>
              <a:rPr lang="en-US" sz="900" dirty="0">
                <a:latin typeface="Aptos" panose="020B0004020202020204" pitchFamily="34" charset="0"/>
              </a:rPr>
              <a:t>On February 14, the total rider count dropped to 151, falling below the lower threshold.</a:t>
            </a:r>
            <a:endParaRPr kumimoji="0" sz="830" b="0" i="0" u="none" strike="noStrike" kern="1200" cap="none" spc="0" normalizeH="0" baseline="0" noProof="0" dirty="0">
              <a:ln>
                <a:noFill/>
              </a:ln>
              <a:solidFill>
                <a:srgbClr val="5F6F7E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8622792" y="3456432"/>
            <a:ext cx="3090672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8796528" y="363931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E0B94A"/>
          </a:solidFill>
          <a:ln>
            <a:solidFill>
              <a:srgbClr val="E0B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796528" y="3639312"/>
            <a:ext cx="393192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308592" y="3589710"/>
            <a:ext cx="2148840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1930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Anomaly Cause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19304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9308592" y="3822191"/>
            <a:ext cx="2148840" cy="51090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5F6F7E"/>
                </a:solidFill>
                <a:latin typeface="Aptos"/>
              </a:rPr>
              <a:t>H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ourly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6F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data from 8 AM to 11 PM is missing for Feb 14,  resulting in an incomplete rider count of 151. No other cause for the anomaly was identified. 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5F6F7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10AC8F1-6D80-C13E-0D2D-01CDB6200298}"/>
              </a:ext>
            </a:extLst>
          </p:cNvPr>
          <p:cNvSpPr/>
          <p:nvPr/>
        </p:nvSpPr>
        <p:spPr>
          <a:xfrm>
            <a:off x="447460" y="1067151"/>
            <a:ext cx="11292840" cy="41148"/>
          </a:xfrm>
          <a:prstGeom prst="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352" y="686198"/>
            <a:ext cx="960120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400" b="1" dirty="0">
                <a:solidFill>
                  <a:srgbClr val="193046"/>
                </a:solidFill>
                <a:latin typeface="Aptos"/>
              </a:rPr>
              <a:t>Business </a:t>
            </a:r>
            <a:r>
              <a:rPr lang="en-IN" sz="2400" b="1" dirty="0">
                <a:solidFill>
                  <a:srgbClr val="193046"/>
                </a:solidFill>
                <a:latin typeface="Aptos"/>
              </a:rPr>
              <a:t>Insights </a:t>
            </a:r>
            <a:r>
              <a:rPr sz="2400" b="1" dirty="0">
                <a:solidFill>
                  <a:srgbClr val="193046"/>
                </a:solidFill>
                <a:latin typeface="Aptos"/>
              </a:rPr>
              <a:t>| Challenge</a:t>
            </a:r>
            <a:r>
              <a:rPr lang="en-IN" sz="2400" b="1" dirty="0">
                <a:solidFill>
                  <a:srgbClr val="193046"/>
                </a:solidFill>
                <a:latin typeface="Aptos"/>
              </a:rPr>
              <a:t>s</a:t>
            </a:r>
            <a:endParaRPr sz="2400" b="1" dirty="0">
              <a:solidFill>
                <a:srgbClr val="19304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495803"/>
            <a:ext cx="11155680" cy="758952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718313"/>
            <a:ext cx="1874519" cy="1569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lang="en-IN" sz="900" b="1" dirty="0">
                <a:solidFill>
                  <a:srgbClr val="0F7D6F"/>
                </a:solidFill>
                <a:latin typeface="Aptos"/>
              </a:rPr>
              <a:t>KEY HIGHLIGHTS</a:t>
            </a:r>
            <a:endParaRPr sz="900" b="1" dirty="0">
              <a:solidFill>
                <a:srgbClr val="0F7D6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1952934"/>
            <a:ext cx="10469880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00" b="1" dirty="0">
                <a:solidFill>
                  <a:srgbClr val="193046"/>
                </a:solidFill>
                <a:latin typeface="Aptos"/>
              </a:rPr>
              <a:t>Demand is stronger on weekdays and in clear conditions</a:t>
            </a:r>
            <a:r>
              <a:rPr lang="en-IN" sz="1000" b="1" dirty="0">
                <a:solidFill>
                  <a:srgbClr val="193046"/>
                </a:solidFill>
                <a:latin typeface="Aptos"/>
              </a:rPr>
              <a:t>.</a:t>
            </a:r>
            <a:endParaRPr sz="1000" b="1" dirty="0">
              <a:solidFill>
                <a:srgbClr val="19304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2542032"/>
            <a:ext cx="516636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0F7D6F"/>
                </a:solidFill>
                <a:latin typeface="Aptos"/>
              </a:rPr>
              <a:t>BUSINESS DIFFICULTY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42032"/>
            <a:ext cx="50292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0F7D6F"/>
                </a:solidFill>
                <a:latin typeface="Aptos"/>
              </a:rPr>
              <a:t>HOW TO OVERCOME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5166360" cy="7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3017520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23B49A"/>
          </a:solidFill>
          <a:ln>
            <a:solidFill>
              <a:srgbClr val="23B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017520"/>
            <a:ext cx="32918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58774"/>
            <a:ext cx="43159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00" b="1" dirty="0">
                <a:solidFill>
                  <a:srgbClr val="193046"/>
                </a:solidFill>
                <a:latin typeface="Aptos"/>
              </a:rPr>
              <a:t>Uneven demand across the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154679"/>
            <a:ext cx="4315968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0" dirty="0">
                <a:latin typeface="Aptos"/>
              </a:rPr>
              <a:t>Weekends average 31.7% fewer riders per hour than weekdays.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80360"/>
            <a:ext cx="5513832" cy="7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82512" y="3029049"/>
            <a:ext cx="64008" cy="356616"/>
          </a:xfrm>
          <a:prstGeom prst="rect">
            <a:avLst/>
          </a:prstGeom>
          <a:solidFill>
            <a:srgbClr val="23B49A"/>
          </a:solidFill>
          <a:ln>
            <a:solidFill>
              <a:srgbClr val="23B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2972342"/>
            <a:ext cx="4892040" cy="50321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Adjust bike availability and staff numbers based on weekday and weekend demand. Test special weekend offers and compare ridership with normal weekends to see if they increase usage.</a:t>
            </a:r>
            <a:endParaRPr sz="1050" b="0" dirty="0">
              <a:solidFill>
                <a:srgbClr val="1C2732"/>
              </a:solidFill>
              <a:latin typeface="Aptos" panose="020B00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3762238"/>
            <a:ext cx="5166360" cy="7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04672" y="3950208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C77B57"/>
          </a:solidFill>
          <a:ln>
            <a:solidFill>
              <a:srgbClr val="C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968496"/>
            <a:ext cx="32918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908771"/>
            <a:ext cx="43159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00" b="1" dirty="0">
                <a:solidFill>
                  <a:srgbClr val="193046"/>
                </a:solidFill>
                <a:latin typeface="Aptos"/>
              </a:rPr>
              <a:t>Weather-linked demand swings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076753"/>
            <a:ext cx="4315968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0" dirty="0">
                <a:latin typeface="Aptos"/>
              </a:rPr>
              <a:t>Rain demand averages 46.2% below clear conditions; high-humidity records also show lower average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2078" y="3768482"/>
            <a:ext cx="5513832" cy="7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6359652" y="3937245"/>
            <a:ext cx="64008" cy="356616"/>
          </a:xfrm>
          <a:prstGeom prst="rect">
            <a:avLst/>
          </a:prstGeom>
          <a:solidFill>
            <a:srgbClr val="C77B57"/>
          </a:solidFill>
          <a:ln>
            <a:solidFill>
              <a:srgbClr val="C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6248" y="3962272"/>
            <a:ext cx="4892040" cy="3416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Adjust bike availability and staffing based on weather forecasts, and schedule regular fleet maintenance to prevent breakdowns and service delays.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648489"/>
            <a:ext cx="5166360" cy="7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86384" y="4864608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E0B94A"/>
          </a:solidFill>
          <a:ln>
            <a:solidFill>
              <a:srgbClr val="E0B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892040"/>
            <a:ext cx="32918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4754880"/>
            <a:ext cx="431596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30" b="1" dirty="0">
                <a:solidFill>
                  <a:srgbClr val="193046"/>
                </a:solidFill>
                <a:latin typeface="Aptos"/>
              </a:rPr>
              <a:t>Demand changes with temperature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4998585"/>
            <a:ext cx="4315968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lang="en-US" sz="1000" b="0" dirty="0">
                <a:latin typeface="Aptos"/>
              </a:rPr>
              <a:t>Extreme temperatures contribute, with only 1.68% of demand at 42–52°C and 4.77% at 2–12</a:t>
            </a:r>
            <a:r>
              <a:rPr lang="en-US" sz="1000" dirty="0">
                <a:latin typeface="Aptos"/>
              </a:rPr>
              <a:t>°C to overall ridership</a:t>
            </a:r>
            <a:endParaRPr sz="1000" b="0" dirty="0"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192078" y="4646742"/>
            <a:ext cx="5513832" cy="7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27648" y="4796028"/>
            <a:ext cx="64008" cy="356616"/>
          </a:xfrm>
          <a:prstGeom prst="rect">
            <a:avLst/>
          </a:prstGeom>
          <a:solidFill>
            <a:srgbClr val="E0B94A"/>
          </a:solidFill>
          <a:ln>
            <a:solidFill>
              <a:srgbClr val="E0B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74536" y="4751751"/>
            <a:ext cx="4892040" cy="50321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Monitor rider comfort during extreme heat and cold, and introduce measures such as shaded rest stops, hydration points, and weather-appropriate riding guidance to make riding more comfortable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6108192"/>
            <a:ext cx="106070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869" b="1" dirty="0">
                <a:solidFill>
                  <a:srgbClr val="FFFFFF"/>
                </a:solidFill>
                <a:latin typeface="Aptos"/>
              </a:rPr>
              <a:t>Priority: match fleet and staffing to weekday demand, plan for weather-related dips, and test targeted weekend initiatives using measured results.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14E13-7630-3AC7-C420-18BBED58872B}"/>
              </a:ext>
            </a:extLst>
          </p:cNvPr>
          <p:cNvSpPr/>
          <p:nvPr/>
        </p:nvSpPr>
        <p:spPr>
          <a:xfrm>
            <a:off x="530352" y="1176395"/>
            <a:ext cx="11292840" cy="41148"/>
          </a:xfrm>
          <a:prstGeom prst="rect">
            <a:avLst/>
          </a:prstGeom>
          <a:solidFill>
            <a:srgbClr val="00A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695</TotalTime>
  <Words>880</Words>
  <Application>Microsoft Office PowerPoint</Application>
  <PresentationFormat>Widescreen</PresentationFormat>
  <Paragraphs>168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Calibri</vt:lpstr>
      <vt:lpstr>Calibri Light</vt:lpstr>
      <vt:lpstr>Retrospect</vt:lpstr>
      <vt:lpstr>1_Retrospect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Ajith Kumar</dc:creator>
  <cp:keywords/>
  <dc:description>generated using python-pptx</dc:description>
  <cp:lastModifiedBy>Ajith Kumar</cp:lastModifiedBy>
  <cp:revision>6</cp:revision>
  <dcterms:created xsi:type="dcterms:W3CDTF">2013-01-27T09:14:16Z</dcterms:created>
  <dcterms:modified xsi:type="dcterms:W3CDTF">2026-10-11T20:59:17Z</dcterms:modified>
  <cp:category/>
</cp:coreProperties>
</file>